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60" r:id="rId3"/>
    <p:sldId id="310" r:id="rId4"/>
    <p:sldId id="311" r:id="rId5"/>
    <p:sldId id="309" r:id="rId6"/>
    <p:sldId id="312" r:id="rId7"/>
    <p:sldId id="304" r:id="rId8"/>
    <p:sldId id="305" r:id="rId9"/>
    <p:sldId id="306" r:id="rId10"/>
    <p:sldId id="313" r:id="rId11"/>
    <p:sldId id="314" r:id="rId12"/>
    <p:sldId id="315" r:id="rId13"/>
    <p:sldId id="267" r:id="rId1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18" autoAdjust="0"/>
    <p:restoredTop sz="94404" autoAdjust="0"/>
  </p:normalViewPr>
  <p:slideViewPr>
    <p:cSldViewPr>
      <p:cViewPr varScale="1">
        <p:scale>
          <a:sx n="74" d="100"/>
          <a:sy n="74" d="100"/>
        </p:scale>
        <p:origin x="782" y="-144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nika Periyannan" userId="636aeac5ddcf9632" providerId="LiveId" clId="{57581B70-C43A-4705-9A9A-79AA62305DD9}"/>
    <pc:docChg chg="undo redo custSel addSld delSld modSld sldOrd">
      <pc:chgData name="Monika Periyannan" userId="636aeac5ddcf9632" providerId="LiveId" clId="{57581B70-C43A-4705-9A9A-79AA62305DD9}" dt="2026-03-26T03:27:52.141" v="4182" actId="1076"/>
      <pc:docMkLst>
        <pc:docMk/>
      </pc:docMkLst>
      <pc:sldChg chg="modSp mod ord">
        <pc:chgData name="Monika Periyannan" userId="636aeac5ddcf9632" providerId="LiveId" clId="{57581B70-C43A-4705-9A9A-79AA62305DD9}" dt="2026-03-04T04:02:03.012" v="1182" actId="20577"/>
        <pc:sldMkLst>
          <pc:docMk/>
          <pc:sldMk cId="0" sldId="256"/>
        </pc:sldMkLst>
        <pc:spChg chg="mod">
          <ac:chgData name="Monika Periyannan" userId="636aeac5ddcf9632" providerId="LiveId" clId="{57581B70-C43A-4705-9A9A-79AA62305DD9}" dt="2026-03-04T03:51:43.892" v="1115" actId="20577"/>
          <ac:spMkLst>
            <pc:docMk/>
            <pc:sldMk cId="0" sldId="256"/>
            <ac:spMk id="3" creationId="{00000000-0000-0000-0000-000000000000}"/>
          </ac:spMkLst>
        </pc:spChg>
        <pc:spChg chg="mod">
          <ac:chgData name="Monika Periyannan" userId="636aeac5ddcf9632" providerId="LiveId" clId="{57581B70-C43A-4705-9A9A-79AA62305DD9}" dt="2026-03-04T04:02:03.012" v="1182" actId="20577"/>
          <ac:spMkLst>
            <pc:docMk/>
            <pc:sldMk cId="0" sldId="256"/>
            <ac:spMk id="9" creationId="{28098409-85F6-0F2D-4500-161EB9B0447B}"/>
          </ac:spMkLst>
        </pc:spChg>
        <pc:spChg chg="mod">
          <ac:chgData name="Monika Periyannan" userId="636aeac5ddcf9632" providerId="LiveId" clId="{57581B70-C43A-4705-9A9A-79AA62305DD9}" dt="2026-03-04T04:00:48.066" v="1159" actId="20577"/>
          <ac:spMkLst>
            <pc:docMk/>
            <pc:sldMk cId="0" sldId="256"/>
            <ac:spMk id="10" creationId="{DA3FEC98-D515-71B1-F627-F38CD18D0984}"/>
          </ac:spMkLst>
        </pc:spChg>
        <pc:spChg chg="mod">
          <ac:chgData name="Monika Periyannan" userId="636aeac5ddcf9632" providerId="LiveId" clId="{57581B70-C43A-4705-9A9A-79AA62305DD9}" dt="2026-02-28T10:58:14.354" v="580" actId="20577"/>
          <ac:spMkLst>
            <pc:docMk/>
            <pc:sldMk cId="0" sldId="256"/>
            <ac:spMk id="11" creationId="{335F1620-4E9A-C4F9-9CC5-6A5289C687FD}"/>
          </ac:spMkLst>
        </pc:spChg>
      </pc:sldChg>
      <pc:sldChg chg="addSp delSp modSp mod ord">
        <pc:chgData name="Monika Periyannan" userId="636aeac5ddcf9632" providerId="LiveId" clId="{57581B70-C43A-4705-9A9A-79AA62305DD9}" dt="2026-03-26T02:12:28.033" v="4065" actId="20577"/>
        <pc:sldMkLst>
          <pc:docMk/>
          <pc:sldMk cId="0" sldId="260"/>
        </pc:sldMkLst>
        <pc:spChg chg="mod">
          <ac:chgData name="Monika Periyannan" userId="636aeac5ddcf9632" providerId="LiveId" clId="{57581B70-C43A-4705-9A9A-79AA62305DD9}" dt="2026-03-13T04:02:14.790" v="3034" actId="1076"/>
          <ac:spMkLst>
            <pc:docMk/>
            <pc:sldMk cId="0" sldId="260"/>
            <ac:spMk id="2" creationId="{00000000-0000-0000-0000-000000000000}"/>
          </ac:spMkLst>
        </pc:spChg>
        <pc:spChg chg="add del mod">
          <ac:chgData name="Monika Periyannan" userId="636aeac5ddcf9632" providerId="LiveId" clId="{57581B70-C43A-4705-9A9A-79AA62305DD9}" dt="2026-03-25T12:26:07.682" v="3658"/>
          <ac:spMkLst>
            <pc:docMk/>
            <pc:sldMk cId="0" sldId="260"/>
            <ac:spMk id="5" creationId="{2248BB83-29CC-8F35-2E73-C8D0159A9100}"/>
          </ac:spMkLst>
        </pc:spChg>
        <pc:spChg chg="add del mod">
          <ac:chgData name="Monika Periyannan" userId="636aeac5ddcf9632" providerId="LiveId" clId="{57581B70-C43A-4705-9A9A-79AA62305DD9}" dt="2026-03-25T12:35:20.149" v="3723"/>
          <ac:spMkLst>
            <pc:docMk/>
            <pc:sldMk cId="0" sldId="260"/>
            <ac:spMk id="6" creationId="{17E97621-95E4-4621-595F-BA31674081F5}"/>
          </ac:spMkLst>
        </pc:spChg>
        <pc:spChg chg="add mod">
          <ac:chgData name="Monika Periyannan" userId="636aeac5ddcf9632" providerId="LiveId" clId="{57581B70-C43A-4705-9A9A-79AA62305DD9}" dt="2026-03-26T02:12:28.033" v="4065" actId="20577"/>
          <ac:spMkLst>
            <pc:docMk/>
            <pc:sldMk cId="0" sldId="260"/>
            <ac:spMk id="7" creationId="{B6B8991C-9049-652D-6FCA-CEA72CAB4F6C}"/>
          </ac:spMkLst>
        </pc:spChg>
        <pc:spChg chg="add del mod">
          <ac:chgData name="Monika Periyannan" userId="636aeac5ddcf9632" providerId="LiveId" clId="{57581B70-C43A-4705-9A9A-79AA62305DD9}" dt="2026-03-25T12:35:20.148" v="3721" actId="478"/>
          <ac:spMkLst>
            <pc:docMk/>
            <pc:sldMk cId="0" sldId="260"/>
            <ac:spMk id="8" creationId="{63823EB0-DC2D-178E-637B-FFAD40083DBC}"/>
          </ac:spMkLst>
        </pc:spChg>
        <pc:picChg chg="add mod">
          <ac:chgData name="Monika Periyannan" userId="636aeac5ddcf9632" providerId="LiveId" clId="{57581B70-C43A-4705-9A9A-79AA62305DD9}" dt="2026-03-13T03:41:14.248" v="2931" actId="1076"/>
          <ac:picMkLst>
            <pc:docMk/>
            <pc:sldMk cId="0" sldId="260"/>
            <ac:picMk id="3" creationId="{FDB67C31-356E-0941-C6D8-004559976E52}"/>
          </ac:picMkLst>
        </pc:picChg>
        <pc:picChg chg="add mod">
          <ac:chgData name="Monika Periyannan" userId="636aeac5ddcf9632" providerId="LiveId" clId="{57581B70-C43A-4705-9A9A-79AA62305DD9}" dt="2026-03-13T03:58:28.026" v="2958" actId="1076"/>
          <ac:picMkLst>
            <pc:docMk/>
            <pc:sldMk cId="0" sldId="260"/>
            <ac:picMk id="4" creationId="{45601704-DA6B-57B7-F8C0-53DE75AE0958}"/>
          </ac:picMkLst>
        </pc:picChg>
        <pc:picChg chg="add mod">
          <ac:chgData name="Monika Periyannan" userId="636aeac5ddcf9632" providerId="LiveId" clId="{57581B70-C43A-4705-9A9A-79AA62305DD9}" dt="2026-03-25T12:26:02.172" v="3655" actId="1076"/>
          <ac:picMkLst>
            <pc:docMk/>
            <pc:sldMk cId="0" sldId="260"/>
            <ac:picMk id="12" creationId="{29630F3A-EE5F-6BAC-A1A8-AD59E2D7BFB6}"/>
          </ac:picMkLst>
        </pc:picChg>
      </pc:sldChg>
      <pc:sldChg chg="addSp delSp modSp mod">
        <pc:chgData name="Monika Periyannan" userId="636aeac5ddcf9632" providerId="LiveId" clId="{57581B70-C43A-4705-9A9A-79AA62305DD9}" dt="2026-03-13T04:00:19.366" v="2984" actId="1076"/>
        <pc:sldMkLst>
          <pc:docMk/>
          <pc:sldMk cId="0" sldId="267"/>
        </pc:sldMkLst>
        <pc:picChg chg="mod">
          <ac:chgData name="Monika Periyannan" userId="636aeac5ddcf9632" providerId="LiveId" clId="{57581B70-C43A-4705-9A9A-79AA62305DD9}" dt="2026-03-13T04:00:19.366" v="2984" actId="1076"/>
          <ac:picMkLst>
            <pc:docMk/>
            <pc:sldMk cId="0" sldId="267"/>
            <ac:picMk id="5" creationId="{00000000-0000-0000-0000-000000000000}"/>
          </ac:picMkLst>
        </pc:picChg>
        <pc:picChg chg="add mod">
          <ac:chgData name="Monika Periyannan" userId="636aeac5ddcf9632" providerId="LiveId" clId="{57581B70-C43A-4705-9A9A-79AA62305DD9}" dt="2026-03-13T04:00:10.985" v="2982" actId="1076"/>
          <ac:picMkLst>
            <pc:docMk/>
            <pc:sldMk cId="0" sldId="267"/>
            <ac:picMk id="6" creationId="{754C0FCF-7D21-2B1B-CADD-5D366DB41C90}"/>
          </ac:picMkLst>
        </pc:picChg>
      </pc:sldChg>
      <pc:sldChg chg="addSp delSp modSp mod ord">
        <pc:chgData name="Monika Periyannan" userId="636aeac5ddcf9632" providerId="LiveId" clId="{57581B70-C43A-4705-9A9A-79AA62305DD9}" dt="2026-03-26T02:11:39.581" v="4029" actId="20577"/>
        <pc:sldMkLst>
          <pc:docMk/>
          <pc:sldMk cId="1553637951" sldId="290"/>
        </pc:sldMkLst>
        <pc:spChg chg="add del mod">
          <ac:chgData name="Monika Periyannan" userId="636aeac5ddcf9632" providerId="LiveId" clId="{57581B70-C43A-4705-9A9A-79AA62305DD9}" dt="2026-03-25T12:30:31.667" v="3672"/>
          <ac:spMkLst>
            <pc:docMk/>
            <pc:sldMk cId="1553637951" sldId="290"/>
            <ac:spMk id="2" creationId="{97DF5CCE-4900-329B-F40D-D8B3ACB26F0A}"/>
          </ac:spMkLst>
        </pc:spChg>
        <pc:spChg chg="mod">
          <ac:chgData name="Monika Periyannan" userId="636aeac5ddcf9632" providerId="LiveId" clId="{57581B70-C43A-4705-9A9A-79AA62305DD9}" dt="2026-03-13T04:03:22.330" v="3062" actId="404"/>
          <ac:spMkLst>
            <pc:docMk/>
            <pc:sldMk cId="1553637951" sldId="290"/>
            <ac:spMk id="5" creationId="{85FC80FF-F679-AD67-05A8-7E188C65DA13}"/>
          </ac:spMkLst>
        </pc:spChg>
        <pc:spChg chg="add del mod">
          <ac:chgData name="Monika Periyannan" userId="636aeac5ddcf9632" providerId="LiveId" clId="{57581B70-C43A-4705-9A9A-79AA62305DD9}" dt="2026-03-25T12:31:46.063" v="3685"/>
          <ac:spMkLst>
            <pc:docMk/>
            <pc:sldMk cId="1553637951" sldId="290"/>
            <ac:spMk id="6" creationId="{D8654F77-F69C-519C-7C82-DB26817574D4}"/>
          </ac:spMkLst>
        </pc:spChg>
        <pc:spChg chg="add del mod">
          <ac:chgData name="Monika Periyannan" userId="636aeac5ddcf9632" providerId="LiveId" clId="{57581B70-C43A-4705-9A9A-79AA62305DD9}" dt="2026-03-25T12:24:22.468" v="3633"/>
          <ac:spMkLst>
            <pc:docMk/>
            <pc:sldMk cId="1553637951" sldId="290"/>
            <ac:spMk id="7" creationId="{6EBECC50-145E-0FF4-87B8-F1C992FFD78D}"/>
          </ac:spMkLst>
        </pc:spChg>
        <pc:spChg chg="add mod">
          <ac:chgData name="Monika Periyannan" userId="636aeac5ddcf9632" providerId="LiveId" clId="{57581B70-C43A-4705-9A9A-79AA62305DD9}" dt="2026-03-13T16:11:29.508" v="3098" actId="14100"/>
          <ac:spMkLst>
            <pc:docMk/>
            <pc:sldMk cId="1553637951" sldId="290"/>
            <ac:spMk id="8" creationId="{F00E2107-3D36-257E-6A10-254F531534EE}"/>
          </ac:spMkLst>
        </pc:spChg>
        <pc:spChg chg="add mod">
          <ac:chgData name="Monika Periyannan" userId="636aeac5ddcf9632" providerId="LiveId" clId="{57581B70-C43A-4705-9A9A-79AA62305DD9}" dt="2026-03-26T02:11:39.581" v="4029" actId="20577"/>
          <ac:spMkLst>
            <pc:docMk/>
            <pc:sldMk cId="1553637951" sldId="290"/>
            <ac:spMk id="9" creationId="{7E1608CA-FBA3-7EAA-CE79-F8BB6B6AE84A}"/>
          </ac:spMkLst>
        </pc:spChg>
        <pc:picChg chg="add mod">
          <ac:chgData name="Monika Periyannan" userId="636aeac5ddcf9632" providerId="LiveId" clId="{57581B70-C43A-4705-9A9A-79AA62305DD9}" dt="2026-03-13T03:41:24.954" v="2933" actId="1076"/>
          <ac:picMkLst>
            <pc:docMk/>
            <pc:sldMk cId="1553637951" sldId="290"/>
            <ac:picMk id="3" creationId="{DDD61DDB-5564-1D1C-B7FA-F4EC9AB57385}"/>
          </ac:picMkLst>
        </pc:picChg>
        <pc:picChg chg="add mod">
          <ac:chgData name="Monika Periyannan" userId="636aeac5ddcf9632" providerId="LiveId" clId="{57581B70-C43A-4705-9A9A-79AA62305DD9}" dt="2026-03-13T03:43:28.033" v="2955" actId="1076"/>
          <ac:picMkLst>
            <pc:docMk/>
            <pc:sldMk cId="1553637951" sldId="290"/>
            <ac:picMk id="4" creationId="{E2D1E562-E438-B33F-40B8-3C9FB2E3A1EE}"/>
          </ac:picMkLst>
        </pc:picChg>
        <pc:picChg chg="add mod">
          <ac:chgData name="Monika Periyannan" userId="636aeac5ddcf9632" providerId="LiveId" clId="{57581B70-C43A-4705-9A9A-79AA62305DD9}" dt="2026-03-25T12:36:16.691" v="3732" actId="1076"/>
          <ac:picMkLst>
            <pc:docMk/>
            <pc:sldMk cId="1553637951" sldId="290"/>
            <ac:picMk id="11" creationId="{BEB4C061-17C6-D9A9-86CE-886DF52BB311}"/>
          </ac:picMkLst>
        </pc:picChg>
      </pc:sldChg>
      <pc:sldChg chg="addSp delSp modSp new mod">
        <pc:chgData name="Monika Periyannan" userId="636aeac5ddcf9632" providerId="LiveId" clId="{57581B70-C43A-4705-9A9A-79AA62305DD9}" dt="2026-03-26T02:14:46.151" v="4081" actId="20577"/>
        <pc:sldMkLst>
          <pc:docMk/>
          <pc:sldMk cId="1475162636" sldId="302"/>
        </pc:sldMkLst>
        <pc:spChg chg="add mod">
          <ac:chgData name="Monika Periyannan" userId="636aeac5ddcf9632" providerId="LiveId" clId="{57581B70-C43A-4705-9A9A-79AA62305DD9}" dt="2026-03-26T02:14:46.151" v="4081" actId="20577"/>
          <ac:spMkLst>
            <pc:docMk/>
            <pc:sldMk cId="1475162636" sldId="302"/>
            <ac:spMk id="2" creationId="{8650141E-2977-7FDF-27D4-D9486EFE3F90}"/>
          </ac:spMkLst>
        </pc:spChg>
        <pc:spChg chg="add mod">
          <ac:chgData name="Monika Periyannan" userId="636aeac5ddcf9632" providerId="LiveId" clId="{57581B70-C43A-4705-9A9A-79AA62305DD9}" dt="2026-03-13T16:34:25.326" v="3253" actId="1076"/>
          <ac:spMkLst>
            <pc:docMk/>
            <pc:sldMk cId="1475162636" sldId="302"/>
            <ac:spMk id="3" creationId="{838E8566-4B0C-4733-53B0-FEC7D1261F05}"/>
          </ac:spMkLst>
        </pc:spChg>
        <pc:picChg chg="add mod">
          <ac:chgData name="Monika Periyannan" userId="636aeac5ddcf9632" providerId="LiveId" clId="{57581B70-C43A-4705-9A9A-79AA62305DD9}" dt="2026-03-13T03:41:58.081" v="2944" actId="1076"/>
          <ac:picMkLst>
            <pc:docMk/>
            <pc:sldMk cId="1475162636" sldId="302"/>
            <ac:picMk id="4" creationId="{9F6D74EE-218D-6AF5-9ADC-EF8986B2F475}"/>
          </ac:picMkLst>
        </pc:picChg>
        <pc:picChg chg="add mod">
          <ac:chgData name="Monika Periyannan" userId="636aeac5ddcf9632" providerId="LiveId" clId="{57581B70-C43A-4705-9A9A-79AA62305DD9}" dt="2026-03-13T03:59:12.983" v="2969" actId="1076"/>
          <ac:picMkLst>
            <pc:docMk/>
            <pc:sldMk cId="1475162636" sldId="302"/>
            <ac:picMk id="5" creationId="{E37F7229-9AD9-0485-3068-A73EA6329912}"/>
          </ac:picMkLst>
        </pc:picChg>
      </pc:sldChg>
      <pc:sldChg chg="addSp delSp modSp new mod ord">
        <pc:chgData name="Monika Periyannan" userId="636aeac5ddcf9632" providerId="LiveId" clId="{57581B70-C43A-4705-9A9A-79AA62305DD9}" dt="2026-03-25T12:38:07.288" v="3748"/>
        <pc:sldMkLst>
          <pc:docMk/>
          <pc:sldMk cId="2017771518" sldId="303"/>
        </pc:sldMkLst>
        <pc:spChg chg="add mod">
          <ac:chgData name="Monika Periyannan" userId="636aeac5ddcf9632" providerId="LiveId" clId="{57581B70-C43A-4705-9A9A-79AA62305DD9}" dt="2026-03-25T12:38:00.618" v="3745" actId="1076"/>
          <ac:spMkLst>
            <pc:docMk/>
            <pc:sldMk cId="2017771518" sldId="303"/>
            <ac:spMk id="2" creationId="{D4AF1591-D775-8EE3-9593-D3D26BCF1D0E}"/>
          </ac:spMkLst>
        </pc:spChg>
        <pc:spChg chg="add del mod">
          <ac:chgData name="Monika Periyannan" userId="636aeac5ddcf9632" providerId="LiveId" clId="{57581B70-C43A-4705-9A9A-79AA62305DD9}" dt="2026-03-25T12:27:07.727" v="3667"/>
          <ac:spMkLst>
            <pc:docMk/>
            <pc:sldMk cId="2017771518" sldId="303"/>
            <ac:spMk id="3" creationId="{44453C03-6270-A6E3-07CD-427C43522829}"/>
          </ac:spMkLst>
        </pc:spChg>
        <pc:spChg chg="add del mod">
          <ac:chgData name="Monika Periyannan" userId="636aeac5ddcf9632" providerId="LiveId" clId="{57581B70-C43A-4705-9A9A-79AA62305DD9}" dt="2026-03-25T12:38:07.288" v="3748"/>
          <ac:spMkLst>
            <pc:docMk/>
            <pc:sldMk cId="2017771518" sldId="303"/>
            <ac:spMk id="6" creationId="{83AB6500-02C6-C527-B463-D989C8EB31DF}"/>
          </ac:spMkLst>
        </pc:spChg>
        <pc:spChg chg="add mod">
          <ac:chgData name="Monika Periyannan" userId="636aeac5ddcf9632" providerId="LiveId" clId="{57581B70-C43A-4705-9A9A-79AA62305DD9}" dt="2026-03-25T12:38:06.324" v="3746" actId="1076"/>
          <ac:spMkLst>
            <pc:docMk/>
            <pc:sldMk cId="2017771518" sldId="303"/>
            <ac:spMk id="7" creationId="{A5579211-ACA1-8112-51DB-1D7D7707258C}"/>
          </ac:spMkLst>
        </pc:spChg>
        <pc:picChg chg="add mod">
          <ac:chgData name="Monika Periyannan" userId="636aeac5ddcf9632" providerId="LiveId" clId="{57581B70-C43A-4705-9A9A-79AA62305DD9}" dt="2026-03-13T03:41:44.553" v="2940" actId="1076"/>
          <ac:picMkLst>
            <pc:docMk/>
            <pc:sldMk cId="2017771518" sldId="303"/>
            <ac:picMk id="4" creationId="{D0DC565D-6D4B-A480-2F6F-266D2358FE2C}"/>
          </ac:picMkLst>
        </pc:picChg>
        <pc:picChg chg="add mod">
          <ac:chgData name="Monika Periyannan" userId="636aeac5ddcf9632" providerId="LiveId" clId="{57581B70-C43A-4705-9A9A-79AA62305DD9}" dt="2026-03-13T03:59:02.018" v="2966" actId="1076"/>
          <ac:picMkLst>
            <pc:docMk/>
            <pc:sldMk cId="2017771518" sldId="303"/>
            <ac:picMk id="5" creationId="{7E668511-9F39-8D22-CB2C-28324B81B798}"/>
          </ac:picMkLst>
        </pc:picChg>
        <pc:picChg chg="add mod">
          <ac:chgData name="Monika Periyannan" userId="636aeac5ddcf9632" providerId="LiveId" clId="{57581B70-C43A-4705-9A9A-79AA62305DD9}" dt="2026-03-25T12:37:47.296" v="3740" actId="1076"/>
          <ac:picMkLst>
            <pc:docMk/>
            <pc:sldMk cId="2017771518" sldId="303"/>
            <ac:picMk id="4098" creationId="{E663B8A4-CD29-C7E5-3BBE-450B3D460A27}"/>
          </ac:picMkLst>
        </pc:picChg>
      </pc:sldChg>
      <pc:sldChg chg="addSp delSp modSp new mod modNotesTx">
        <pc:chgData name="Monika Periyannan" userId="636aeac5ddcf9632" providerId="LiveId" clId="{57581B70-C43A-4705-9A9A-79AA62305DD9}" dt="2026-03-26T02:17:41.848" v="4132" actId="1076"/>
        <pc:sldMkLst>
          <pc:docMk/>
          <pc:sldMk cId="3174108139" sldId="304"/>
        </pc:sldMkLst>
        <pc:spChg chg="add">
          <ac:chgData name="Monika Periyannan" userId="636aeac5ddcf9632" providerId="LiveId" clId="{57581B70-C43A-4705-9A9A-79AA62305DD9}" dt="2026-03-25T13:38:17.146" v="3994"/>
          <ac:spMkLst>
            <pc:docMk/>
            <pc:sldMk cId="3174108139" sldId="304"/>
            <ac:spMk id="2" creationId="{895C26F7-F7AA-7D28-AC85-A7B7F62F5588}"/>
          </ac:spMkLst>
        </pc:spChg>
        <pc:spChg chg="add del mod">
          <ac:chgData name="Monika Periyannan" userId="636aeac5ddcf9632" providerId="LiveId" clId="{57581B70-C43A-4705-9A9A-79AA62305DD9}" dt="2026-03-26T02:13:31.746" v="4070" actId="478"/>
          <ac:spMkLst>
            <pc:docMk/>
            <pc:sldMk cId="3174108139" sldId="304"/>
            <ac:spMk id="2" creationId="{9A4820A6-82E0-8B0F-32A5-687D8B26647C}"/>
          </ac:spMkLst>
        </pc:spChg>
        <pc:spChg chg="add">
          <ac:chgData name="Monika Periyannan" userId="636aeac5ddcf9632" providerId="LiveId" clId="{57581B70-C43A-4705-9A9A-79AA62305DD9}" dt="2026-03-26T02:17:30.128" v="4128"/>
          <ac:spMkLst>
            <pc:docMk/>
            <pc:sldMk cId="3174108139" sldId="304"/>
            <ac:spMk id="3" creationId="{8A2695E3-FF7B-44FD-18BE-63F921C6224E}"/>
          </ac:spMkLst>
        </pc:spChg>
        <pc:spChg chg="add mod">
          <ac:chgData name="Monika Periyannan" userId="636aeac5ddcf9632" providerId="LiveId" clId="{57581B70-C43A-4705-9A9A-79AA62305DD9}" dt="2026-03-13T04:03:11.119" v="3061" actId="1076"/>
          <ac:spMkLst>
            <pc:docMk/>
            <pc:sldMk cId="3174108139" sldId="304"/>
            <ac:spMk id="7" creationId="{A960A53E-37CE-FCCF-13CD-255BFB1C6F12}"/>
          </ac:spMkLst>
        </pc:spChg>
        <pc:picChg chg="add del mod">
          <ac:chgData name="Monika Periyannan" userId="636aeac5ddcf9632" providerId="LiveId" clId="{57581B70-C43A-4705-9A9A-79AA62305DD9}" dt="2026-03-25T13:38:15.580" v="3993" actId="478"/>
          <ac:picMkLst>
            <pc:docMk/>
            <pc:sldMk cId="3174108139" sldId="304"/>
            <ac:picMk id="3" creationId="{C27BF995-A11D-9BEC-AA51-CDBEDC8B0AEC}"/>
          </ac:picMkLst>
        </pc:picChg>
        <pc:picChg chg="add del mod modCrop">
          <ac:chgData name="Monika Periyannan" userId="636aeac5ddcf9632" providerId="LiveId" clId="{57581B70-C43A-4705-9A9A-79AA62305DD9}" dt="2026-03-26T02:17:27.867" v="4127" actId="478"/>
          <ac:picMkLst>
            <pc:docMk/>
            <pc:sldMk cId="3174108139" sldId="304"/>
            <ac:picMk id="4" creationId="{71E15501-536E-A067-0C5F-5CD645442071}"/>
          </ac:picMkLst>
        </pc:picChg>
        <pc:picChg chg="add mod">
          <ac:chgData name="Monika Periyannan" userId="636aeac5ddcf9632" providerId="LiveId" clId="{57581B70-C43A-4705-9A9A-79AA62305DD9}" dt="2026-03-13T03:41:32.416" v="2935" actId="1076"/>
          <ac:picMkLst>
            <pc:docMk/>
            <pc:sldMk cId="3174108139" sldId="304"/>
            <ac:picMk id="5" creationId="{254EF21E-7E02-0738-A3D5-BD1B6807ED01}"/>
          </ac:picMkLst>
        </pc:picChg>
        <pc:picChg chg="add mod">
          <ac:chgData name="Monika Periyannan" userId="636aeac5ddcf9632" providerId="LiveId" clId="{57581B70-C43A-4705-9A9A-79AA62305DD9}" dt="2026-03-13T03:58:37.938" v="2961" actId="1076"/>
          <ac:picMkLst>
            <pc:docMk/>
            <pc:sldMk cId="3174108139" sldId="304"/>
            <ac:picMk id="6" creationId="{27B03364-DF14-3A4E-0F4B-BBCC557E2A9F}"/>
          </ac:picMkLst>
        </pc:picChg>
        <pc:picChg chg="add mod">
          <ac:chgData name="Monika Periyannan" userId="636aeac5ddcf9632" providerId="LiveId" clId="{57581B70-C43A-4705-9A9A-79AA62305DD9}" dt="2026-03-26T02:17:41.848" v="4132" actId="1076"/>
          <ac:picMkLst>
            <pc:docMk/>
            <pc:sldMk cId="3174108139" sldId="304"/>
            <ac:picMk id="8" creationId="{04281AEB-6CCD-8DB7-9831-93C4C2E7F78B}"/>
          </ac:picMkLst>
        </pc:picChg>
      </pc:sldChg>
      <pc:sldChg chg="addSp delSp modSp new mod ord">
        <pc:chgData name="Monika Periyannan" userId="636aeac5ddcf9632" providerId="LiveId" clId="{57581B70-C43A-4705-9A9A-79AA62305DD9}" dt="2026-03-25T13:26:02.031" v="3942" actId="1076"/>
        <pc:sldMkLst>
          <pc:docMk/>
          <pc:sldMk cId="3828907968" sldId="305"/>
        </pc:sldMkLst>
        <pc:spChg chg="add mod">
          <ac:chgData name="Monika Periyannan" userId="636aeac5ddcf9632" providerId="LiveId" clId="{57581B70-C43A-4705-9A9A-79AA62305DD9}" dt="2026-03-13T16:29:15.437" v="3241" actId="20577"/>
          <ac:spMkLst>
            <pc:docMk/>
            <pc:sldMk cId="3828907968" sldId="305"/>
            <ac:spMk id="3" creationId="{8071C86F-E165-18A1-17F5-71F8868C0B5B}"/>
          </ac:spMkLst>
        </pc:spChg>
        <pc:spChg chg="add mod">
          <ac:chgData name="Monika Periyannan" userId="636aeac5ddcf9632" providerId="LiveId" clId="{57581B70-C43A-4705-9A9A-79AA62305DD9}" dt="2026-03-14T01:18:01.286" v="3435" actId="1076"/>
          <ac:spMkLst>
            <pc:docMk/>
            <pc:sldMk cId="3828907968" sldId="305"/>
            <ac:spMk id="5" creationId="{CFE360C5-62E1-0050-C3ED-F80D933A5092}"/>
          </ac:spMkLst>
        </pc:spChg>
        <pc:spChg chg="add mod">
          <ac:chgData name="Monika Periyannan" userId="636aeac5ddcf9632" providerId="LiveId" clId="{57581B70-C43A-4705-9A9A-79AA62305DD9}" dt="2026-03-25T13:25:42.444" v="3941" actId="1076"/>
          <ac:spMkLst>
            <pc:docMk/>
            <pc:sldMk cId="3828907968" sldId="305"/>
            <ac:spMk id="7" creationId="{2CD5B316-60D9-88CB-81AC-EBAFB8B31CC9}"/>
          </ac:spMkLst>
        </pc:spChg>
        <pc:picChg chg="add mod">
          <ac:chgData name="Monika Periyannan" userId="636aeac5ddcf9632" providerId="LiveId" clId="{57581B70-C43A-4705-9A9A-79AA62305DD9}" dt="2026-03-13T03:42:51.164" v="2951" actId="1076"/>
          <ac:picMkLst>
            <pc:docMk/>
            <pc:sldMk cId="3828907968" sldId="305"/>
            <ac:picMk id="2" creationId="{EA67748F-A32B-EE40-D4E8-82A039EEDD80}"/>
          </ac:picMkLst>
        </pc:picChg>
        <pc:picChg chg="add mod">
          <ac:chgData name="Monika Periyannan" userId="636aeac5ddcf9632" providerId="LiveId" clId="{57581B70-C43A-4705-9A9A-79AA62305DD9}" dt="2026-03-13T03:59:21.969" v="2972" actId="1076"/>
          <ac:picMkLst>
            <pc:docMk/>
            <pc:sldMk cId="3828907968" sldId="305"/>
            <ac:picMk id="6" creationId="{BA77DA75-8183-8F98-DB2A-A5BFCC873BEC}"/>
          </ac:picMkLst>
        </pc:picChg>
        <pc:picChg chg="add del mod">
          <ac:chgData name="Monika Periyannan" userId="636aeac5ddcf9632" providerId="LiveId" clId="{57581B70-C43A-4705-9A9A-79AA62305DD9}" dt="2026-03-25T13:25:35.314" v="3940" actId="478"/>
          <ac:picMkLst>
            <pc:docMk/>
            <pc:sldMk cId="3828907968" sldId="305"/>
            <ac:picMk id="8" creationId="{C5783FEB-CCA1-0073-EA83-AA0FFC748ADC}"/>
          </ac:picMkLst>
        </pc:picChg>
        <pc:picChg chg="add mod">
          <ac:chgData name="Monika Periyannan" userId="636aeac5ddcf9632" providerId="LiveId" clId="{57581B70-C43A-4705-9A9A-79AA62305DD9}" dt="2026-03-25T13:26:02.031" v="3942" actId="1076"/>
          <ac:picMkLst>
            <pc:docMk/>
            <pc:sldMk cId="3828907968" sldId="305"/>
            <ac:picMk id="10" creationId="{AF70E76E-9E85-6D1B-A30C-DA9D7E6CE5A4}"/>
          </ac:picMkLst>
        </pc:picChg>
      </pc:sldChg>
      <pc:sldChg chg="addSp delSp modSp new mod">
        <pc:chgData name="Monika Periyannan" userId="636aeac5ddcf9632" providerId="LiveId" clId="{57581B70-C43A-4705-9A9A-79AA62305DD9}" dt="2026-03-26T02:15:16.269" v="4092" actId="20577"/>
        <pc:sldMkLst>
          <pc:docMk/>
          <pc:sldMk cId="1866170143" sldId="306"/>
        </pc:sldMkLst>
        <pc:spChg chg="add mod">
          <ac:chgData name="Monika Periyannan" userId="636aeac5ddcf9632" providerId="LiveId" clId="{57581B70-C43A-4705-9A9A-79AA62305DD9}" dt="2026-03-26T02:15:16.269" v="4092" actId="20577"/>
          <ac:spMkLst>
            <pc:docMk/>
            <pc:sldMk cId="1866170143" sldId="306"/>
            <ac:spMk id="2" creationId="{07800E22-862F-9FD1-ECA1-17D47C01D956}"/>
          </ac:spMkLst>
        </pc:spChg>
        <pc:spChg chg="add mod">
          <ac:chgData name="Monika Periyannan" userId="636aeac5ddcf9632" providerId="LiveId" clId="{57581B70-C43A-4705-9A9A-79AA62305DD9}" dt="2026-03-13T16:44:07.450" v="3400" actId="1038"/>
          <ac:spMkLst>
            <pc:docMk/>
            <pc:sldMk cId="1866170143" sldId="306"/>
            <ac:spMk id="3" creationId="{F32160FF-1221-4755-24CE-74AE7FA377AF}"/>
          </ac:spMkLst>
        </pc:spChg>
        <pc:spChg chg="add del mod">
          <ac:chgData name="Monika Periyannan" userId="636aeac5ddcf9632" providerId="LiveId" clId="{57581B70-C43A-4705-9A9A-79AA62305DD9}" dt="2026-03-25T12:42:06.678" v="3828"/>
          <ac:spMkLst>
            <pc:docMk/>
            <pc:sldMk cId="1866170143" sldId="306"/>
            <ac:spMk id="6" creationId="{42C4F920-DC45-6708-FC34-58A0003C0A31}"/>
          </ac:spMkLst>
        </pc:spChg>
        <pc:picChg chg="add mod">
          <ac:chgData name="Monika Periyannan" userId="636aeac5ddcf9632" providerId="LiveId" clId="{57581B70-C43A-4705-9A9A-79AA62305DD9}" dt="2026-03-13T16:42:01.175" v="3382"/>
          <ac:picMkLst>
            <pc:docMk/>
            <pc:sldMk cId="1866170143" sldId="306"/>
            <ac:picMk id="4" creationId="{D752607C-7F3C-1433-51E4-A7A351A4C9EF}"/>
          </ac:picMkLst>
        </pc:picChg>
        <pc:picChg chg="add mod">
          <ac:chgData name="Monika Periyannan" userId="636aeac5ddcf9632" providerId="LiveId" clId="{57581B70-C43A-4705-9A9A-79AA62305DD9}" dt="2026-03-13T16:42:12.813" v="3385"/>
          <ac:picMkLst>
            <pc:docMk/>
            <pc:sldMk cId="1866170143" sldId="306"/>
            <ac:picMk id="5" creationId="{01AC1049-23EF-4727-8B50-2328E88698DB}"/>
          </ac:picMkLst>
        </pc:picChg>
        <pc:picChg chg="add del mod">
          <ac:chgData name="Monika Periyannan" userId="636aeac5ddcf9632" providerId="LiveId" clId="{57581B70-C43A-4705-9A9A-79AA62305DD9}" dt="2026-03-25T13:34:47.920" v="3966" actId="478"/>
          <ac:picMkLst>
            <pc:docMk/>
            <pc:sldMk cId="1866170143" sldId="306"/>
            <ac:picMk id="7" creationId="{E3215CAE-7C82-83F3-9AFA-C7F8EBEEEBB0}"/>
          </ac:picMkLst>
        </pc:picChg>
        <pc:picChg chg="add mod">
          <ac:chgData name="Monika Periyannan" userId="636aeac5ddcf9632" providerId="LiveId" clId="{57581B70-C43A-4705-9A9A-79AA62305DD9}" dt="2026-03-25T13:35:56.550" v="3991" actId="1076"/>
          <ac:picMkLst>
            <pc:docMk/>
            <pc:sldMk cId="1866170143" sldId="306"/>
            <ac:picMk id="9" creationId="{7281EA61-EAD7-E9F0-8C77-69E249980DF8}"/>
          </ac:picMkLst>
        </pc:picChg>
      </pc:sldChg>
      <pc:sldChg chg="addSp delSp modSp new mod">
        <pc:chgData name="Monika Periyannan" userId="636aeac5ddcf9632" providerId="LiveId" clId="{57581B70-C43A-4705-9A9A-79AA62305DD9}" dt="2026-03-26T02:17:11.731" v="4126" actId="207"/>
        <pc:sldMkLst>
          <pc:docMk/>
          <pc:sldMk cId="2464044518" sldId="307"/>
        </pc:sldMkLst>
        <pc:spChg chg="add mod">
          <ac:chgData name="Monika Periyannan" userId="636aeac5ddcf9632" providerId="LiveId" clId="{57581B70-C43A-4705-9A9A-79AA62305DD9}" dt="2026-03-26T02:17:11.731" v="4126" actId="207"/>
          <ac:spMkLst>
            <pc:docMk/>
            <pc:sldMk cId="2464044518" sldId="307"/>
            <ac:spMk id="2" creationId="{14E3D378-FA12-0FEB-3B1C-FF9033C398B6}"/>
          </ac:spMkLst>
        </pc:spChg>
        <pc:spChg chg="add mod">
          <ac:chgData name="Monika Periyannan" userId="636aeac5ddcf9632" providerId="LiveId" clId="{57581B70-C43A-4705-9A9A-79AA62305DD9}" dt="2026-03-14T01:21:17.978" v="3464" actId="1076"/>
          <ac:spMkLst>
            <pc:docMk/>
            <pc:sldMk cId="2464044518" sldId="307"/>
            <ac:spMk id="3" creationId="{943EA2E5-AA33-1CA6-C0BD-8EAE0ADF9285}"/>
          </ac:spMkLst>
        </pc:spChg>
        <pc:spChg chg="add del mod">
          <ac:chgData name="Monika Periyannan" userId="636aeac5ddcf9632" providerId="LiveId" clId="{57581B70-C43A-4705-9A9A-79AA62305DD9}" dt="2026-03-25T12:44:20.353" v="3843"/>
          <ac:spMkLst>
            <pc:docMk/>
            <pc:sldMk cId="2464044518" sldId="307"/>
            <ac:spMk id="6" creationId="{1E2A167A-BCBE-1057-B6A5-DF6FF2BDF9BF}"/>
          </ac:spMkLst>
        </pc:spChg>
        <pc:spChg chg="add">
          <ac:chgData name="Monika Periyannan" userId="636aeac5ddcf9632" providerId="LiveId" clId="{57581B70-C43A-4705-9A9A-79AA62305DD9}" dt="2026-03-26T02:15:41.087" v="4107"/>
          <ac:spMkLst>
            <pc:docMk/>
            <pc:sldMk cId="2464044518" sldId="307"/>
            <ac:spMk id="6" creationId="{75C21B40-2184-15CA-5276-27DFE280C485}"/>
          </ac:spMkLst>
        </pc:spChg>
        <pc:spChg chg="add mod">
          <ac:chgData name="Monika Periyannan" userId="636aeac5ddcf9632" providerId="LiveId" clId="{57581B70-C43A-4705-9A9A-79AA62305DD9}" dt="2026-03-26T02:15:47.348" v="4111"/>
          <ac:spMkLst>
            <pc:docMk/>
            <pc:sldMk cId="2464044518" sldId="307"/>
            <ac:spMk id="8" creationId="{D4190D19-3EBA-0F52-E9F8-4DDD826A5982}"/>
          </ac:spMkLst>
        </pc:spChg>
        <pc:picChg chg="add mod">
          <ac:chgData name="Monika Periyannan" userId="636aeac5ddcf9632" providerId="LiveId" clId="{57581B70-C43A-4705-9A9A-79AA62305DD9}" dt="2026-03-13T16:42:03.351" v="3383"/>
          <ac:picMkLst>
            <pc:docMk/>
            <pc:sldMk cId="2464044518" sldId="307"/>
            <ac:picMk id="4" creationId="{2A4A3399-86C1-E4AA-1CD2-E1F0B59DC784}"/>
          </ac:picMkLst>
        </pc:picChg>
        <pc:picChg chg="add mod">
          <ac:chgData name="Monika Periyannan" userId="636aeac5ddcf9632" providerId="LiveId" clId="{57581B70-C43A-4705-9A9A-79AA62305DD9}" dt="2026-03-13T16:42:14.886" v="3386"/>
          <ac:picMkLst>
            <pc:docMk/>
            <pc:sldMk cId="2464044518" sldId="307"/>
            <ac:picMk id="5" creationId="{1CC80988-01C5-187F-DF07-A580EE017854}"/>
          </ac:picMkLst>
        </pc:picChg>
        <pc:picChg chg="add mod">
          <ac:chgData name="Monika Periyannan" userId="636aeac5ddcf9632" providerId="LiveId" clId="{57581B70-C43A-4705-9A9A-79AA62305DD9}" dt="2026-03-25T13:33:28.539" v="3964" actId="14100"/>
          <ac:picMkLst>
            <pc:docMk/>
            <pc:sldMk cId="2464044518" sldId="307"/>
            <ac:picMk id="7" creationId="{69E2D078-14A6-A16D-86B4-B2E386232D00}"/>
          </ac:picMkLst>
        </pc:picChg>
        <pc:picChg chg="add del">
          <ac:chgData name="Monika Periyannan" userId="636aeac5ddcf9632" providerId="LiveId" clId="{57581B70-C43A-4705-9A9A-79AA62305DD9}" dt="2026-03-26T02:15:53.169" v="4113" actId="478"/>
          <ac:picMkLst>
            <pc:docMk/>
            <pc:sldMk cId="2464044518" sldId="307"/>
            <ac:picMk id="9" creationId="{FCD3A8B8-BC09-29BB-C52F-1465AF3A907B}"/>
          </ac:picMkLst>
        </pc:picChg>
      </pc:sldChg>
      <pc:sldChg chg="addSp delSp modSp new mod">
        <pc:chgData name="Monika Periyannan" userId="636aeac5ddcf9632" providerId="LiveId" clId="{57581B70-C43A-4705-9A9A-79AA62305DD9}" dt="2026-03-26T02:18:15.310" v="4134" actId="20577"/>
        <pc:sldMkLst>
          <pc:docMk/>
          <pc:sldMk cId="2268429623" sldId="308"/>
        </pc:sldMkLst>
        <pc:spChg chg="add del mod">
          <ac:chgData name="Monika Periyannan" userId="636aeac5ddcf9632" providerId="LiveId" clId="{57581B70-C43A-4705-9A9A-79AA62305DD9}" dt="2026-03-25T12:46:46.808" v="3854"/>
          <ac:spMkLst>
            <pc:docMk/>
            <pc:sldMk cId="2268429623" sldId="308"/>
            <ac:spMk id="2" creationId="{5E72D018-27D7-C69F-D361-EA810F726F59}"/>
          </ac:spMkLst>
        </pc:spChg>
        <pc:spChg chg="add mod">
          <ac:chgData name="Monika Periyannan" userId="636aeac5ddcf9632" providerId="LiveId" clId="{57581B70-C43A-4705-9A9A-79AA62305DD9}" dt="2026-03-13T16:41:01.507" v="3374" actId="14100"/>
          <ac:spMkLst>
            <pc:docMk/>
            <pc:sldMk cId="2268429623" sldId="308"/>
            <ac:spMk id="3" creationId="{5577369F-0896-5931-B047-66A472D864A9}"/>
          </ac:spMkLst>
        </pc:spChg>
        <pc:spChg chg="add">
          <ac:chgData name="Monika Periyannan" userId="636aeac5ddcf9632" providerId="LiveId" clId="{57581B70-C43A-4705-9A9A-79AA62305DD9}" dt="2026-03-25T12:46:15.541" v="3844"/>
          <ac:spMkLst>
            <pc:docMk/>
            <pc:sldMk cId="2268429623" sldId="308"/>
            <ac:spMk id="6" creationId="{CE87E64C-7DA3-4FB8-7168-CA3A4E472110}"/>
          </ac:spMkLst>
        </pc:spChg>
        <pc:spChg chg="add mod">
          <ac:chgData name="Monika Periyannan" userId="636aeac5ddcf9632" providerId="LiveId" clId="{57581B70-C43A-4705-9A9A-79AA62305DD9}" dt="2026-03-26T02:18:15.310" v="4134" actId="20577"/>
          <ac:spMkLst>
            <pc:docMk/>
            <pc:sldMk cId="2268429623" sldId="308"/>
            <ac:spMk id="7" creationId="{E3DA92BF-5555-246F-6400-0E6606C466A2}"/>
          </ac:spMkLst>
        </pc:spChg>
        <pc:picChg chg="add mod">
          <ac:chgData name="Monika Periyannan" userId="636aeac5ddcf9632" providerId="LiveId" clId="{57581B70-C43A-4705-9A9A-79AA62305DD9}" dt="2026-03-13T16:42:05.581" v="3384"/>
          <ac:picMkLst>
            <pc:docMk/>
            <pc:sldMk cId="2268429623" sldId="308"/>
            <ac:picMk id="4" creationId="{0C436113-990F-26C8-6AC5-7E6D33F87A93}"/>
          </ac:picMkLst>
        </pc:picChg>
        <pc:picChg chg="add mod">
          <ac:chgData name="Monika Periyannan" userId="636aeac5ddcf9632" providerId="LiveId" clId="{57581B70-C43A-4705-9A9A-79AA62305DD9}" dt="2026-03-13T16:42:17.035" v="3387"/>
          <ac:picMkLst>
            <pc:docMk/>
            <pc:sldMk cId="2268429623" sldId="308"/>
            <ac:picMk id="5" creationId="{2FC74C53-8E7B-FB5E-FD92-986961F9E8E3}"/>
          </ac:picMkLst>
        </pc:picChg>
      </pc:sldChg>
      <pc:sldChg chg="addSp delSp modSp new mod">
        <pc:chgData name="Monika Periyannan" userId="636aeac5ddcf9632" providerId="LiveId" clId="{57581B70-C43A-4705-9A9A-79AA62305DD9}" dt="2026-03-26T02:11:55.104" v="4030" actId="5793"/>
        <pc:sldMkLst>
          <pc:docMk/>
          <pc:sldMk cId="2351475917" sldId="309"/>
        </pc:sldMkLst>
        <pc:spChg chg="add mod">
          <ac:chgData name="Monika Periyannan" userId="636aeac5ddcf9632" providerId="LiveId" clId="{57581B70-C43A-4705-9A9A-79AA62305DD9}" dt="2026-03-24T08:19:09.903" v="3573" actId="1076"/>
          <ac:spMkLst>
            <pc:docMk/>
            <pc:sldMk cId="2351475917" sldId="309"/>
            <ac:spMk id="4" creationId="{28C78C93-F319-FE29-2779-C9C9824B4773}"/>
          </ac:spMkLst>
        </pc:spChg>
        <pc:spChg chg="add">
          <ac:chgData name="Monika Periyannan" userId="636aeac5ddcf9632" providerId="LiveId" clId="{57581B70-C43A-4705-9A9A-79AA62305DD9}" dt="2026-03-25T12:24:51.959" v="3636"/>
          <ac:spMkLst>
            <pc:docMk/>
            <pc:sldMk cId="2351475917" sldId="309"/>
            <ac:spMk id="5" creationId="{9504EB12-26BE-9BA7-10C7-F48795AE61A5}"/>
          </ac:spMkLst>
        </pc:spChg>
        <pc:spChg chg="add del mod">
          <ac:chgData name="Monika Periyannan" userId="636aeac5ddcf9632" providerId="LiveId" clId="{57581B70-C43A-4705-9A9A-79AA62305DD9}" dt="2026-03-25T12:33:08.472" v="3701"/>
          <ac:spMkLst>
            <pc:docMk/>
            <pc:sldMk cId="2351475917" sldId="309"/>
            <ac:spMk id="6" creationId="{F2225EDE-3E8A-0FA1-CA93-5AA17745C9B9}"/>
          </ac:spMkLst>
        </pc:spChg>
        <pc:spChg chg="add del mod">
          <ac:chgData name="Monika Periyannan" userId="636aeac5ddcf9632" providerId="LiveId" clId="{57581B70-C43A-4705-9A9A-79AA62305DD9}" dt="2026-03-25T12:25:13.414" v="3644"/>
          <ac:spMkLst>
            <pc:docMk/>
            <pc:sldMk cId="2351475917" sldId="309"/>
            <ac:spMk id="7" creationId="{EF9E8E9B-4F74-6573-4A39-D458AE9A233D}"/>
          </ac:spMkLst>
        </pc:spChg>
        <pc:spChg chg="add mod">
          <ac:chgData name="Monika Periyannan" userId="636aeac5ddcf9632" providerId="LiveId" clId="{57581B70-C43A-4705-9A9A-79AA62305DD9}" dt="2026-03-26T02:11:55.104" v="4030" actId="5793"/>
          <ac:spMkLst>
            <pc:docMk/>
            <pc:sldMk cId="2351475917" sldId="309"/>
            <ac:spMk id="8" creationId="{988D8EBE-F561-EBA4-F7BC-5C5F15ED7233}"/>
          </ac:spMkLst>
        </pc:spChg>
        <pc:picChg chg="add mod">
          <ac:chgData name="Monika Periyannan" userId="636aeac5ddcf9632" providerId="LiveId" clId="{57581B70-C43A-4705-9A9A-79AA62305DD9}" dt="2026-03-24T08:18:35.813" v="3544"/>
          <ac:picMkLst>
            <pc:docMk/>
            <pc:sldMk cId="2351475917" sldId="309"/>
            <ac:picMk id="2" creationId="{F9ADF86B-E886-BBC1-410D-8EFEFC2EBD74}"/>
          </ac:picMkLst>
        </pc:picChg>
        <pc:picChg chg="add mod">
          <ac:chgData name="Monika Periyannan" userId="636aeac5ddcf9632" providerId="LiveId" clId="{57581B70-C43A-4705-9A9A-79AA62305DD9}" dt="2026-03-24T08:18:42.172" v="3545"/>
          <ac:picMkLst>
            <pc:docMk/>
            <pc:sldMk cId="2351475917" sldId="309"/>
            <ac:picMk id="3" creationId="{1E544DB0-6EC6-86E4-3C8D-7526556CB61B}"/>
          </ac:picMkLst>
        </pc:picChg>
      </pc:sldChg>
      <pc:sldChg chg="addSp delSp modSp new mod">
        <pc:chgData name="Monika Periyannan" userId="636aeac5ddcf9632" providerId="LiveId" clId="{57581B70-C43A-4705-9A9A-79AA62305DD9}" dt="2026-03-25T12:49:22.249" v="3874" actId="5793"/>
        <pc:sldMkLst>
          <pc:docMk/>
          <pc:sldMk cId="2515500609" sldId="310"/>
        </pc:sldMkLst>
        <pc:spChg chg="add mod">
          <ac:chgData name="Monika Periyannan" userId="636aeac5ddcf9632" providerId="LiveId" clId="{57581B70-C43A-4705-9A9A-79AA62305DD9}" dt="2026-03-25T12:48:15.656" v="3861" actId="1076"/>
          <ac:spMkLst>
            <pc:docMk/>
            <pc:sldMk cId="2515500609" sldId="310"/>
            <ac:spMk id="2" creationId="{DD0B6585-C190-02FA-4C09-805D1393DAD9}"/>
          </ac:spMkLst>
        </pc:spChg>
        <pc:spChg chg="add del mod">
          <ac:chgData name="Monika Periyannan" userId="636aeac5ddcf9632" providerId="LiveId" clId="{57581B70-C43A-4705-9A9A-79AA62305DD9}" dt="2026-03-25T12:49:02.896" v="3871"/>
          <ac:spMkLst>
            <pc:docMk/>
            <pc:sldMk cId="2515500609" sldId="310"/>
            <ac:spMk id="5" creationId="{1820D552-E6EE-0D7B-CF5E-F56A4DB1A51A}"/>
          </ac:spMkLst>
        </pc:spChg>
        <pc:spChg chg="add mod">
          <ac:chgData name="Monika Periyannan" userId="636aeac5ddcf9632" providerId="LiveId" clId="{57581B70-C43A-4705-9A9A-79AA62305DD9}" dt="2026-03-25T12:49:22.249" v="3874" actId="5793"/>
          <ac:spMkLst>
            <pc:docMk/>
            <pc:sldMk cId="2515500609" sldId="310"/>
            <ac:spMk id="6" creationId="{B28B4D25-EB5D-0B1B-8996-25C41FD27137}"/>
          </ac:spMkLst>
        </pc:spChg>
        <pc:picChg chg="add mod">
          <ac:chgData name="Monika Periyannan" userId="636aeac5ddcf9632" providerId="LiveId" clId="{57581B70-C43A-4705-9A9A-79AA62305DD9}" dt="2026-03-25T12:48:25.712" v="3862"/>
          <ac:picMkLst>
            <pc:docMk/>
            <pc:sldMk cId="2515500609" sldId="310"/>
            <ac:picMk id="3" creationId="{E9047756-8A42-1F55-CDD4-23E7CD2CC6D5}"/>
          </ac:picMkLst>
        </pc:picChg>
        <pc:picChg chg="add mod">
          <ac:chgData name="Monika Periyannan" userId="636aeac5ddcf9632" providerId="LiveId" clId="{57581B70-C43A-4705-9A9A-79AA62305DD9}" dt="2026-03-25T12:48:31.503" v="3863"/>
          <ac:picMkLst>
            <pc:docMk/>
            <pc:sldMk cId="2515500609" sldId="310"/>
            <ac:picMk id="4" creationId="{558E1540-A469-695D-3682-FDDAE4A3ACA1}"/>
          </ac:picMkLst>
        </pc:picChg>
      </pc:sldChg>
      <pc:sldChg chg="addSp delSp modSp new del mod">
        <pc:chgData name="Monika Periyannan" userId="636aeac5ddcf9632" providerId="LiveId" clId="{57581B70-C43A-4705-9A9A-79AA62305DD9}" dt="2026-03-26T02:18:49.717" v="4135" actId="47"/>
        <pc:sldMkLst>
          <pc:docMk/>
          <pc:sldMk cId="598527777" sldId="311"/>
        </pc:sldMkLst>
        <pc:spChg chg="add del mod">
          <ac:chgData name="Monika Periyannan" userId="636aeac5ddcf9632" providerId="LiveId" clId="{57581B70-C43A-4705-9A9A-79AA62305DD9}" dt="2026-03-25T12:52:54.311" v="3886" actId="478"/>
          <ac:spMkLst>
            <pc:docMk/>
            <pc:sldMk cId="598527777" sldId="311"/>
            <ac:spMk id="2" creationId="{ED2B5FD6-70F2-F643-2A59-A7F655821B5A}"/>
          </ac:spMkLst>
        </pc:spChg>
        <pc:spChg chg="add mod">
          <ac:chgData name="Monika Periyannan" userId="636aeac5ddcf9632" providerId="LiveId" clId="{57581B70-C43A-4705-9A9A-79AA62305DD9}" dt="2026-03-25T12:56:27.041" v="3923" actId="1076"/>
          <ac:spMkLst>
            <pc:docMk/>
            <pc:sldMk cId="598527777" sldId="311"/>
            <ac:spMk id="3" creationId="{024FE1A9-8988-F51D-717F-E1A072664CD0}"/>
          </ac:spMkLst>
        </pc:spChg>
        <pc:spChg chg="add mod">
          <ac:chgData name="Monika Periyannan" userId="636aeac5ddcf9632" providerId="LiveId" clId="{57581B70-C43A-4705-9A9A-79AA62305DD9}" dt="2026-03-25T12:56:21.318" v="3922" actId="1076"/>
          <ac:spMkLst>
            <pc:docMk/>
            <pc:sldMk cId="598527777" sldId="311"/>
            <ac:spMk id="6" creationId="{89F70B9C-D9A0-D3F2-7E7B-0F4AB4ECFEC0}"/>
          </ac:spMkLst>
        </pc:spChg>
        <pc:picChg chg="add mod">
          <ac:chgData name="Monika Periyannan" userId="636aeac5ddcf9632" providerId="LiveId" clId="{57581B70-C43A-4705-9A9A-79AA62305DD9}" dt="2026-03-25T12:54:08.289" v="3898"/>
          <ac:picMkLst>
            <pc:docMk/>
            <pc:sldMk cId="598527777" sldId="311"/>
            <ac:picMk id="4" creationId="{36529B9A-AC94-9DD6-D5D2-32FB2D9D6E40}"/>
          </ac:picMkLst>
        </pc:picChg>
        <pc:picChg chg="add mod">
          <ac:chgData name="Monika Periyannan" userId="636aeac5ddcf9632" providerId="LiveId" clId="{57581B70-C43A-4705-9A9A-79AA62305DD9}" dt="2026-03-25T12:54:15.894" v="3899"/>
          <ac:picMkLst>
            <pc:docMk/>
            <pc:sldMk cId="598527777" sldId="311"/>
            <ac:picMk id="5" creationId="{EBFFACC7-E63A-5C89-4BD6-CC846156872F}"/>
          </ac:picMkLst>
        </pc:picChg>
      </pc:sldChg>
      <pc:sldChg chg="addSp delSp modSp new mod">
        <pc:chgData name="Monika Periyannan" userId="636aeac5ddcf9632" providerId="LiveId" clId="{57581B70-C43A-4705-9A9A-79AA62305DD9}" dt="2026-03-25T12:55:32.376" v="3913" actId="1076"/>
        <pc:sldMkLst>
          <pc:docMk/>
          <pc:sldMk cId="941743552" sldId="312"/>
        </pc:sldMkLst>
        <pc:spChg chg="add del mod">
          <ac:chgData name="Monika Periyannan" userId="636aeac5ddcf9632" providerId="LiveId" clId="{57581B70-C43A-4705-9A9A-79AA62305DD9}" dt="2026-03-25T12:53:23.668" v="3891" actId="478"/>
          <ac:spMkLst>
            <pc:docMk/>
            <pc:sldMk cId="941743552" sldId="312"/>
            <ac:spMk id="2" creationId="{EDD09FB5-32D2-15E6-51A6-0BEAFBAF0ED4}"/>
          </ac:spMkLst>
        </pc:spChg>
        <pc:spChg chg="add del mod">
          <ac:chgData name="Monika Periyannan" userId="636aeac5ddcf9632" providerId="LiveId" clId="{57581B70-C43A-4705-9A9A-79AA62305DD9}" dt="2026-03-25T12:55:32.376" v="3913" actId="1076"/>
          <ac:spMkLst>
            <pc:docMk/>
            <pc:sldMk cId="941743552" sldId="312"/>
            <ac:spMk id="3" creationId="{D5ABDC22-640C-B052-3749-2F1600078D55}"/>
          </ac:spMkLst>
        </pc:spChg>
        <pc:spChg chg="add mod">
          <ac:chgData name="Monika Periyannan" userId="636aeac5ddcf9632" providerId="LiveId" clId="{57581B70-C43A-4705-9A9A-79AA62305DD9}" dt="2026-03-25T12:55:26.131" v="3912" actId="1076"/>
          <ac:spMkLst>
            <pc:docMk/>
            <pc:sldMk cId="941743552" sldId="312"/>
            <ac:spMk id="6" creationId="{5F8475AA-17F9-FAAD-6396-0C54ABFD91BB}"/>
          </ac:spMkLst>
        </pc:spChg>
        <pc:picChg chg="add mod">
          <ac:chgData name="Monika Periyannan" userId="636aeac5ddcf9632" providerId="LiveId" clId="{57581B70-C43A-4705-9A9A-79AA62305DD9}" dt="2026-03-25T12:54:19.877" v="3900"/>
          <ac:picMkLst>
            <pc:docMk/>
            <pc:sldMk cId="941743552" sldId="312"/>
            <ac:picMk id="4" creationId="{372C3C48-763F-019B-44EA-2EB7FB87AD3F}"/>
          </ac:picMkLst>
        </pc:picChg>
        <pc:picChg chg="add mod">
          <ac:chgData name="Monika Periyannan" userId="636aeac5ddcf9632" providerId="LiveId" clId="{57581B70-C43A-4705-9A9A-79AA62305DD9}" dt="2026-03-25T12:54:26.195" v="3901"/>
          <ac:picMkLst>
            <pc:docMk/>
            <pc:sldMk cId="941743552" sldId="312"/>
            <ac:picMk id="5" creationId="{D87F2AE9-CA21-B866-9E1A-59DCB3C52321}"/>
          </ac:picMkLst>
        </pc:picChg>
      </pc:sldChg>
      <pc:sldChg chg="addSp modSp new mod">
        <pc:chgData name="Monika Periyannan" userId="636aeac5ddcf9632" providerId="LiveId" clId="{57581B70-C43A-4705-9A9A-79AA62305DD9}" dt="2026-03-26T03:27:52.141" v="4182" actId="1076"/>
        <pc:sldMkLst>
          <pc:docMk/>
          <pc:sldMk cId="1392271531" sldId="313"/>
        </pc:sldMkLst>
        <pc:spChg chg="add mod">
          <ac:chgData name="Monika Periyannan" userId="636aeac5ddcf9632" providerId="LiveId" clId="{57581B70-C43A-4705-9A9A-79AA62305DD9}" dt="2026-03-26T03:23:11.802" v="4167" actId="1076"/>
          <ac:spMkLst>
            <pc:docMk/>
            <pc:sldMk cId="1392271531" sldId="313"/>
            <ac:spMk id="4" creationId="{E2B7A47E-FF2E-6D3C-30FA-BA3693E1E9F2}"/>
          </ac:spMkLst>
        </pc:spChg>
        <pc:spChg chg="add mod">
          <ac:chgData name="Monika Periyannan" userId="636aeac5ddcf9632" providerId="LiveId" clId="{57581B70-C43A-4705-9A9A-79AA62305DD9}" dt="2026-03-26T03:27:52.141" v="4182" actId="1076"/>
          <ac:spMkLst>
            <pc:docMk/>
            <pc:sldMk cId="1392271531" sldId="313"/>
            <ac:spMk id="5" creationId="{932B875E-4042-FAFB-B9D5-F576809405AE}"/>
          </ac:spMkLst>
        </pc:spChg>
        <pc:picChg chg="add mod">
          <ac:chgData name="Monika Periyannan" userId="636aeac5ddcf9632" providerId="LiveId" clId="{57581B70-C43A-4705-9A9A-79AA62305DD9}" dt="2026-03-26T03:21:09.231" v="4137"/>
          <ac:picMkLst>
            <pc:docMk/>
            <pc:sldMk cId="1392271531" sldId="313"/>
            <ac:picMk id="2" creationId="{FC996D30-49CA-AE59-52CA-BFEC5C74A44D}"/>
          </ac:picMkLst>
        </pc:picChg>
        <pc:picChg chg="add mod">
          <ac:chgData name="Monika Periyannan" userId="636aeac5ddcf9632" providerId="LiveId" clId="{57581B70-C43A-4705-9A9A-79AA62305DD9}" dt="2026-03-26T03:21:17.291" v="4138"/>
          <ac:picMkLst>
            <pc:docMk/>
            <pc:sldMk cId="1392271531" sldId="313"/>
            <ac:picMk id="3" creationId="{CBEE01DE-042C-C157-F63E-3B83769AC7D1}"/>
          </ac:picMkLst>
        </pc:picChg>
      </pc:sldChg>
    </pc:docChg>
  </pc:docChgLst>
  <pc:docChgLst>
    <pc:chgData name="Monika Periyannan" userId="636aeac5ddcf9632" providerId="LiveId" clId="{F759EA95-3E04-4035-9C8C-99B5FC78855A}"/>
    <pc:docChg chg="undo custSel addSld delSld modSld sldOrd">
      <pc:chgData name="Monika Periyannan" userId="636aeac5ddcf9632" providerId="LiveId" clId="{F759EA95-3E04-4035-9C8C-99B5FC78855A}" dt="2026-07-23T04:14:55.022" v="755" actId="207"/>
      <pc:docMkLst>
        <pc:docMk/>
      </pc:docMkLst>
      <pc:sldChg chg="modSp mod">
        <pc:chgData name="Monika Periyannan" userId="636aeac5ddcf9632" providerId="LiveId" clId="{F759EA95-3E04-4035-9C8C-99B5FC78855A}" dt="2026-07-23T04:14:55.022" v="755" actId="207"/>
        <pc:sldMkLst>
          <pc:docMk/>
          <pc:sldMk cId="0" sldId="256"/>
        </pc:sldMkLst>
        <pc:spChg chg="mod">
          <ac:chgData name="Monika Periyannan" userId="636aeac5ddcf9632" providerId="LiveId" clId="{F759EA95-3E04-4035-9C8C-99B5FC78855A}" dt="2026-07-23T04:14:55.022" v="755" actId="207"/>
          <ac:spMkLst>
            <pc:docMk/>
            <pc:sldMk cId="0" sldId="256"/>
            <ac:spMk id="3" creationId="{00000000-0000-0000-0000-000000000000}"/>
          </ac:spMkLst>
        </pc:spChg>
        <pc:spChg chg="mod">
          <ac:chgData name="Monika Periyannan" userId="636aeac5ddcf9632" providerId="LiveId" clId="{F759EA95-3E04-4035-9C8C-99B5FC78855A}" dt="2026-07-23T04:14:34.323" v="752" actId="1076"/>
          <ac:spMkLst>
            <pc:docMk/>
            <pc:sldMk cId="0" sldId="256"/>
            <ac:spMk id="9" creationId="{28098409-85F6-0F2D-4500-161EB9B0447B}"/>
          </ac:spMkLst>
        </pc:spChg>
        <pc:spChg chg="mod">
          <ac:chgData name="Monika Periyannan" userId="636aeac5ddcf9632" providerId="LiveId" clId="{F759EA95-3E04-4035-9C8C-99B5FC78855A}" dt="2026-07-23T04:14:38.119" v="753" actId="1076"/>
          <ac:spMkLst>
            <pc:docMk/>
            <pc:sldMk cId="0" sldId="256"/>
            <ac:spMk id="10" creationId="{DA3FEC98-D515-71B1-F627-F38CD18D0984}"/>
          </ac:spMkLst>
        </pc:spChg>
        <pc:spChg chg="mod">
          <ac:chgData name="Monika Periyannan" userId="636aeac5ddcf9632" providerId="LiveId" clId="{F759EA95-3E04-4035-9C8C-99B5FC78855A}" dt="2026-07-23T04:14:41.617" v="754" actId="1076"/>
          <ac:spMkLst>
            <pc:docMk/>
            <pc:sldMk cId="0" sldId="256"/>
            <ac:spMk id="11" creationId="{335F1620-4E9A-C4F9-9CC5-6A5289C687FD}"/>
          </ac:spMkLst>
        </pc:spChg>
      </pc:sldChg>
      <pc:sldChg chg="addSp delSp modSp mod ord">
        <pc:chgData name="Monika Periyannan" userId="636aeac5ddcf9632" providerId="LiveId" clId="{F759EA95-3E04-4035-9C8C-99B5FC78855A}" dt="2026-07-22T18:06:04.373" v="357" actId="1076"/>
        <pc:sldMkLst>
          <pc:docMk/>
          <pc:sldMk cId="0" sldId="260"/>
        </pc:sldMkLst>
        <pc:spChg chg="mod">
          <ac:chgData name="Monika Periyannan" userId="636aeac5ddcf9632" providerId="LiveId" clId="{F759EA95-3E04-4035-9C8C-99B5FC78855A}" dt="2026-07-22T18:03:02.930" v="315" actId="1076"/>
          <ac:spMkLst>
            <pc:docMk/>
            <pc:sldMk cId="0" sldId="260"/>
            <ac:spMk id="2" creationId="{00000000-0000-0000-0000-000000000000}"/>
          </ac:spMkLst>
        </pc:spChg>
        <pc:spChg chg="del mod">
          <ac:chgData name="Monika Periyannan" userId="636aeac5ddcf9632" providerId="LiveId" clId="{F759EA95-3E04-4035-9C8C-99B5FC78855A}" dt="2026-07-22T18:03:09.112" v="319"/>
          <ac:spMkLst>
            <pc:docMk/>
            <pc:sldMk cId="0" sldId="260"/>
            <ac:spMk id="7" creationId="{B6B8991C-9049-652D-6FCA-CEA72CAB4F6C}"/>
          </ac:spMkLst>
        </pc:spChg>
        <pc:spChg chg="add mod">
          <ac:chgData name="Monika Periyannan" userId="636aeac5ddcf9632" providerId="LiveId" clId="{F759EA95-3E04-4035-9C8C-99B5FC78855A}" dt="2026-07-22T18:06:04.373" v="357" actId="1076"/>
          <ac:spMkLst>
            <pc:docMk/>
            <pc:sldMk cId="0" sldId="260"/>
            <ac:spMk id="8" creationId="{3F17E4B7-334B-139B-C09C-802CDE44FE3C}"/>
          </ac:spMkLst>
        </pc:spChg>
        <pc:picChg chg="add del mod modCrop">
          <ac:chgData name="Monika Periyannan" userId="636aeac5ddcf9632" providerId="LiveId" clId="{F759EA95-3E04-4035-9C8C-99B5FC78855A}" dt="2026-07-22T17:51:57.223" v="249" actId="478"/>
          <ac:picMkLst>
            <pc:docMk/>
            <pc:sldMk cId="0" sldId="260"/>
            <ac:picMk id="5" creationId="{1A055F1D-9C65-5494-A229-F220086A6836}"/>
          </ac:picMkLst>
        </pc:picChg>
        <pc:picChg chg="add del mod modCrop">
          <ac:chgData name="Monika Periyannan" userId="636aeac5ddcf9632" providerId="LiveId" clId="{F759EA95-3E04-4035-9C8C-99B5FC78855A}" dt="2026-07-22T18:03:09.101" v="317" actId="478"/>
          <ac:picMkLst>
            <pc:docMk/>
            <pc:sldMk cId="0" sldId="260"/>
            <ac:picMk id="6" creationId="{B1953DF2-DFB6-FFF8-7B1C-08392174F118}"/>
          </ac:picMkLst>
        </pc:picChg>
        <pc:picChg chg="del">
          <ac:chgData name="Monika Periyannan" userId="636aeac5ddcf9632" providerId="LiveId" clId="{F759EA95-3E04-4035-9C8C-99B5FC78855A}" dt="2026-07-22T16:56:46.069" v="10" actId="478"/>
          <ac:picMkLst>
            <pc:docMk/>
            <pc:sldMk cId="0" sldId="260"/>
            <ac:picMk id="12" creationId="{29630F3A-EE5F-6BAC-A1A8-AD59E2D7BFB6}"/>
          </ac:picMkLst>
        </pc:picChg>
      </pc:sldChg>
      <pc:sldChg chg="add del ord">
        <pc:chgData name="Monika Periyannan" userId="636aeac5ddcf9632" providerId="LiveId" clId="{F759EA95-3E04-4035-9C8C-99B5FC78855A}" dt="2026-07-22T18:10:32.331" v="392"/>
        <pc:sldMkLst>
          <pc:docMk/>
          <pc:sldMk cId="0" sldId="267"/>
        </pc:sldMkLst>
      </pc:sldChg>
      <pc:sldChg chg="addSp delSp modSp del mod ord">
        <pc:chgData name="Monika Periyannan" userId="636aeac5ddcf9632" providerId="LiveId" clId="{F759EA95-3E04-4035-9C8C-99B5FC78855A}" dt="2026-07-22T18:10:13.907" v="387" actId="47"/>
        <pc:sldMkLst>
          <pc:docMk/>
          <pc:sldMk cId="1553637951" sldId="290"/>
        </pc:sldMkLst>
        <pc:spChg chg="mod">
          <ac:chgData name="Monika Periyannan" userId="636aeac5ddcf9632" providerId="LiveId" clId="{F759EA95-3E04-4035-9C8C-99B5FC78855A}" dt="2026-07-22T17:32:24.522" v="133" actId="1076"/>
          <ac:spMkLst>
            <pc:docMk/>
            <pc:sldMk cId="1553637951" sldId="290"/>
            <ac:spMk id="9" creationId="{7E1608CA-FBA3-7EAA-CE79-F8BB6B6AE84A}"/>
          </ac:spMkLst>
        </pc:spChg>
        <pc:picChg chg="add mod modCrop">
          <ac:chgData name="Monika Periyannan" userId="636aeac5ddcf9632" providerId="LiveId" clId="{F759EA95-3E04-4035-9C8C-99B5FC78855A}" dt="2026-07-22T17:53:16.051" v="266" actId="1076"/>
          <ac:picMkLst>
            <pc:docMk/>
            <pc:sldMk cId="1553637951" sldId="290"/>
            <ac:picMk id="2" creationId="{7AA36004-E83E-0243-B2BD-5E96F75033A2}"/>
          </ac:picMkLst>
        </pc:picChg>
        <pc:picChg chg="del">
          <ac:chgData name="Monika Periyannan" userId="636aeac5ddcf9632" providerId="LiveId" clId="{F759EA95-3E04-4035-9C8C-99B5FC78855A}" dt="2026-07-22T17:31:08.487" v="121" actId="478"/>
          <ac:picMkLst>
            <pc:docMk/>
            <pc:sldMk cId="1553637951" sldId="290"/>
            <ac:picMk id="11" creationId="{BEB4C061-17C6-D9A9-86CE-886DF52BB311}"/>
          </ac:picMkLst>
        </pc:picChg>
      </pc:sldChg>
      <pc:sldChg chg="del">
        <pc:chgData name="Monika Periyannan" userId="636aeac5ddcf9632" providerId="LiveId" clId="{F759EA95-3E04-4035-9C8C-99B5FC78855A}" dt="2026-07-22T17:18:46.946" v="25" actId="47"/>
        <pc:sldMkLst>
          <pc:docMk/>
          <pc:sldMk cId="1475162636" sldId="302"/>
        </pc:sldMkLst>
      </pc:sldChg>
      <pc:sldChg chg="del">
        <pc:chgData name="Monika Periyannan" userId="636aeac5ddcf9632" providerId="LiveId" clId="{F759EA95-3E04-4035-9C8C-99B5FC78855A}" dt="2026-07-22T17:18:41.256" v="24" actId="47"/>
        <pc:sldMkLst>
          <pc:docMk/>
          <pc:sldMk cId="2017771518" sldId="303"/>
        </pc:sldMkLst>
      </pc:sldChg>
      <pc:sldChg chg="addSp delSp modSp mod">
        <pc:chgData name="Monika Periyannan" userId="636aeac5ddcf9632" providerId="LiveId" clId="{F759EA95-3E04-4035-9C8C-99B5FC78855A}" dt="2026-07-23T02:34:15.569" v="503" actId="1076"/>
        <pc:sldMkLst>
          <pc:docMk/>
          <pc:sldMk cId="3174108139" sldId="304"/>
        </pc:sldMkLst>
        <pc:picChg chg="add del mod modCrop">
          <ac:chgData name="Monika Periyannan" userId="636aeac5ddcf9632" providerId="LiveId" clId="{F759EA95-3E04-4035-9C8C-99B5FC78855A}" dt="2026-07-23T01:36:02.106" v="445" actId="478"/>
          <ac:picMkLst>
            <pc:docMk/>
            <pc:sldMk cId="3174108139" sldId="304"/>
            <ac:picMk id="3" creationId="{41C49296-2FB4-354A-779A-26887D4F43DC}"/>
          </ac:picMkLst>
        </pc:picChg>
        <pc:picChg chg="add mod modCrop">
          <ac:chgData name="Monika Periyannan" userId="636aeac5ddcf9632" providerId="LiveId" clId="{F759EA95-3E04-4035-9C8C-99B5FC78855A}" dt="2026-07-23T02:34:15.569" v="503" actId="1076"/>
          <ac:picMkLst>
            <pc:docMk/>
            <pc:sldMk cId="3174108139" sldId="304"/>
            <ac:picMk id="4" creationId="{2356180F-9D0C-3EAD-6B0D-266D2CFF686D}"/>
          </ac:picMkLst>
        </pc:picChg>
        <pc:picChg chg="del">
          <ac:chgData name="Monika Periyannan" userId="636aeac5ddcf9632" providerId="LiveId" clId="{F759EA95-3E04-4035-9C8C-99B5FC78855A}" dt="2026-07-22T17:23:49.087" v="46" actId="478"/>
          <ac:picMkLst>
            <pc:docMk/>
            <pc:sldMk cId="3174108139" sldId="304"/>
            <ac:picMk id="8" creationId="{04281AEB-6CCD-8DB7-9831-93C4C2E7F78B}"/>
          </ac:picMkLst>
        </pc:picChg>
      </pc:sldChg>
      <pc:sldChg chg="addSp delSp modSp mod">
        <pc:chgData name="Monika Periyannan" userId="636aeac5ddcf9632" providerId="LiveId" clId="{F759EA95-3E04-4035-9C8C-99B5FC78855A}" dt="2026-07-23T02:35:45.415" v="527" actId="12"/>
        <pc:sldMkLst>
          <pc:docMk/>
          <pc:sldMk cId="3828907968" sldId="305"/>
        </pc:sldMkLst>
        <pc:spChg chg="mod">
          <ac:chgData name="Monika Periyannan" userId="636aeac5ddcf9632" providerId="LiveId" clId="{F759EA95-3E04-4035-9C8C-99B5FC78855A}" dt="2026-07-23T02:35:23.825" v="520" actId="1036"/>
          <ac:spMkLst>
            <pc:docMk/>
            <pc:sldMk cId="3828907968" sldId="305"/>
            <ac:spMk id="5" creationId="{CFE360C5-62E1-0050-C3ED-F80D933A5092}"/>
          </ac:spMkLst>
        </pc:spChg>
        <pc:spChg chg="mod">
          <ac:chgData name="Monika Periyannan" userId="636aeac5ddcf9632" providerId="LiveId" clId="{F759EA95-3E04-4035-9C8C-99B5FC78855A}" dt="2026-07-23T02:35:45.415" v="527" actId="12"/>
          <ac:spMkLst>
            <pc:docMk/>
            <pc:sldMk cId="3828907968" sldId="305"/>
            <ac:spMk id="7" creationId="{2CD5B316-60D9-88CB-81AC-EBAFB8B31CC9}"/>
          </ac:spMkLst>
        </pc:spChg>
        <pc:picChg chg="mod">
          <ac:chgData name="Monika Periyannan" userId="636aeac5ddcf9632" providerId="LiveId" clId="{F759EA95-3E04-4035-9C8C-99B5FC78855A}" dt="2026-07-23T02:35:26.983" v="523" actId="1036"/>
          <ac:picMkLst>
            <pc:docMk/>
            <pc:sldMk cId="3828907968" sldId="305"/>
            <ac:picMk id="2" creationId="{EA67748F-A32B-EE40-D4E8-82A039EEDD80}"/>
          </ac:picMkLst>
        </pc:picChg>
        <pc:picChg chg="add del mod modCrop">
          <ac:chgData name="Monika Periyannan" userId="636aeac5ddcf9632" providerId="LiveId" clId="{F759EA95-3E04-4035-9C8C-99B5FC78855A}" dt="2026-07-23T01:40:10.831" v="475" actId="478"/>
          <ac:picMkLst>
            <pc:docMk/>
            <pc:sldMk cId="3828907968" sldId="305"/>
            <ac:picMk id="4" creationId="{5F93F70F-7343-09B7-D333-35CE8E5F5424}"/>
          </ac:picMkLst>
        </pc:picChg>
        <pc:picChg chg="mod">
          <ac:chgData name="Monika Periyannan" userId="636aeac5ddcf9632" providerId="LiveId" clId="{F759EA95-3E04-4035-9C8C-99B5FC78855A}" dt="2026-07-23T02:35:30.303" v="525" actId="1036"/>
          <ac:picMkLst>
            <pc:docMk/>
            <pc:sldMk cId="3828907968" sldId="305"/>
            <ac:picMk id="6" creationId="{BA77DA75-8183-8F98-DB2A-A5BFCC873BEC}"/>
          </ac:picMkLst>
        </pc:picChg>
        <pc:picChg chg="add mod modCrop">
          <ac:chgData name="Monika Periyannan" userId="636aeac5ddcf9632" providerId="LiveId" clId="{F759EA95-3E04-4035-9C8C-99B5FC78855A}" dt="2026-07-23T02:35:08.176" v="512" actId="1076"/>
          <ac:picMkLst>
            <pc:docMk/>
            <pc:sldMk cId="3828907968" sldId="305"/>
            <ac:picMk id="8" creationId="{BF8001CC-2300-6B9D-28B1-56585EE20785}"/>
          </ac:picMkLst>
        </pc:picChg>
        <pc:picChg chg="del">
          <ac:chgData name="Monika Periyannan" userId="636aeac5ddcf9632" providerId="LiveId" clId="{F759EA95-3E04-4035-9C8C-99B5FC78855A}" dt="2026-07-22T17:21:36.757" v="43" actId="478"/>
          <ac:picMkLst>
            <pc:docMk/>
            <pc:sldMk cId="3828907968" sldId="305"/>
            <ac:picMk id="10" creationId="{AF70E76E-9E85-6D1B-A30C-DA9D7E6CE5A4}"/>
          </ac:picMkLst>
        </pc:picChg>
      </pc:sldChg>
      <pc:sldChg chg="addSp delSp modSp mod">
        <pc:chgData name="Monika Periyannan" userId="636aeac5ddcf9632" providerId="LiveId" clId="{F759EA95-3E04-4035-9C8C-99B5FC78855A}" dt="2026-07-23T04:07:31.877" v="644" actId="2711"/>
        <pc:sldMkLst>
          <pc:docMk/>
          <pc:sldMk cId="1866170143" sldId="306"/>
        </pc:sldMkLst>
        <pc:spChg chg="mod">
          <ac:chgData name="Monika Periyannan" userId="636aeac5ddcf9632" providerId="LiveId" clId="{F759EA95-3E04-4035-9C8C-99B5FC78855A}" dt="2026-07-23T02:37:37.660" v="548" actId="1076"/>
          <ac:spMkLst>
            <pc:docMk/>
            <pc:sldMk cId="1866170143" sldId="306"/>
            <ac:spMk id="2" creationId="{07800E22-862F-9FD1-ECA1-17D47C01D956}"/>
          </ac:spMkLst>
        </pc:spChg>
        <pc:spChg chg="mod">
          <ac:chgData name="Monika Periyannan" userId="636aeac5ddcf9632" providerId="LiveId" clId="{F759EA95-3E04-4035-9C8C-99B5FC78855A}" dt="2026-07-23T04:07:31.877" v="644" actId="2711"/>
          <ac:spMkLst>
            <pc:docMk/>
            <pc:sldMk cId="1866170143" sldId="306"/>
            <ac:spMk id="3" creationId="{F32160FF-1221-4755-24CE-74AE7FA377AF}"/>
          </ac:spMkLst>
        </pc:spChg>
        <pc:picChg chg="mod">
          <ac:chgData name="Monika Periyannan" userId="636aeac5ddcf9632" providerId="LiveId" clId="{F759EA95-3E04-4035-9C8C-99B5FC78855A}" dt="2026-07-22T17:26:36.364" v="77" actId="1035"/>
          <ac:picMkLst>
            <pc:docMk/>
            <pc:sldMk cId="1866170143" sldId="306"/>
            <ac:picMk id="4" creationId="{D752607C-7F3C-1433-51E4-A7A351A4C9EF}"/>
          </ac:picMkLst>
        </pc:picChg>
        <pc:picChg chg="mod">
          <ac:chgData name="Monika Periyannan" userId="636aeac5ddcf9632" providerId="LiveId" clId="{F759EA95-3E04-4035-9C8C-99B5FC78855A}" dt="2026-07-22T17:26:39.509" v="80" actId="1035"/>
          <ac:picMkLst>
            <pc:docMk/>
            <pc:sldMk cId="1866170143" sldId="306"/>
            <ac:picMk id="5" creationId="{01AC1049-23EF-4727-8B50-2328E88698DB}"/>
          </ac:picMkLst>
        </pc:picChg>
        <pc:picChg chg="add del mod modCrop">
          <ac:chgData name="Monika Periyannan" userId="636aeac5ddcf9632" providerId="LiveId" clId="{F759EA95-3E04-4035-9C8C-99B5FC78855A}" dt="2026-07-23T01:40:15.333" v="476" actId="478"/>
          <ac:picMkLst>
            <pc:docMk/>
            <pc:sldMk cId="1866170143" sldId="306"/>
            <ac:picMk id="6" creationId="{A173B97B-18AD-F4F4-6C9C-9FE9953D825B}"/>
          </ac:picMkLst>
        </pc:picChg>
        <pc:picChg chg="add mod modCrop">
          <ac:chgData name="Monika Periyannan" userId="636aeac5ddcf9632" providerId="LiveId" clId="{F759EA95-3E04-4035-9C8C-99B5FC78855A}" dt="2026-07-23T02:37:59.061" v="552" actId="1076"/>
          <ac:picMkLst>
            <pc:docMk/>
            <pc:sldMk cId="1866170143" sldId="306"/>
            <ac:picMk id="7" creationId="{AC6DD984-8896-1979-B1C9-2FD2018E42CC}"/>
          </ac:picMkLst>
        </pc:picChg>
        <pc:picChg chg="del">
          <ac:chgData name="Monika Periyannan" userId="636aeac5ddcf9632" providerId="LiveId" clId="{F759EA95-3E04-4035-9C8C-99B5FC78855A}" dt="2026-07-22T17:19:34.395" v="33" actId="478"/>
          <ac:picMkLst>
            <pc:docMk/>
            <pc:sldMk cId="1866170143" sldId="306"/>
            <ac:picMk id="9" creationId="{7281EA61-EAD7-E9F0-8C77-69E249980DF8}"/>
          </ac:picMkLst>
        </pc:picChg>
      </pc:sldChg>
      <pc:sldChg chg="del">
        <pc:chgData name="Monika Periyannan" userId="636aeac5ddcf9632" providerId="LiveId" clId="{F759EA95-3E04-4035-9C8C-99B5FC78855A}" dt="2026-07-22T17:33:27.432" v="147" actId="47"/>
        <pc:sldMkLst>
          <pc:docMk/>
          <pc:sldMk cId="2464044518" sldId="307"/>
        </pc:sldMkLst>
      </pc:sldChg>
      <pc:sldChg chg="add del">
        <pc:chgData name="Monika Periyannan" userId="636aeac5ddcf9632" providerId="LiveId" clId="{F759EA95-3E04-4035-9C8C-99B5FC78855A}" dt="2026-07-22T17:33:54.963" v="162" actId="47"/>
        <pc:sldMkLst>
          <pc:docMk/>
          <pc:sldMk cId="2268429623" sldId="308"/>
        </pc:sldMkLst>
      </pc:sldChg>
      <pc:sldChg chg="addSp delSp modSp mod ord">
        <pc:chgData name="Monika Periyannan" userId="636aeac5ddcf9632" providerId="LiveId" clId="{F759EA95-3E04-4035-9C8C-99B5FC78855A}" dt="2026-07-23T02:32:47.588" v="489" actId="1076"/>
        <pc:sldMkLst>
          <pc:docMk/>
          <pc:sldMk cId="2351475917" sldId="309"/>
        </pc:sldMkLst>
        <pc:spChg chg="mod">
          <ac:chgData name="Monika Periyannan" userId="636aeac5ddcf9632" providerId="LiveId" clId="{F759EA95-3E04-4035-9C8C-99B5FC78855A}" dt="2026-07-23T01:25:05.376" v="396"/>
          <ac:spMkLst>
            <pc:docMk/>
            <pc:sldMk cId="2351475917" sldId="309"/>
            <ac:spMk id="8" creationId="{988D8EBE-F561-EBA4-F7BC-5C5F15ED7233}"/>
          </ac:spMkLst>
        </pc:spChg>
        <pc:picChg chg="add del mod">
          <ac:chgData name="Monika Periyannan" userId="636aeac5ddcf9632" providerId="LiveId" clId="{F759EA95-3E04-4035-9C8C-99B5FC78855A}" dt="2026-07-23T02:30:21.138" v="478" actId="478"/>
          <ac:picMkLst>
            <pc:docMk/>
            <pc:sldMk cId="2351475917" sldId="309"/>
            <ac:picMk id="5" creationId="{2ED41839-F4A4-4B52-8959-B4D13D9247FC}"/>
          </ac:picMkLst>
        </pc:picChg>
        <pc:picChg chg="add del">
          <ac:chgData name="Monika Periyannan" userId="636aeac5ddcf9632" providerId="LiveId" clId="{F759EA95-3E04-4035-9C8C-99B5FC78855A}" dt="2026-07-23T02:30:27.082" v="480" actId="22"/>
          <ac:picMkLst>
            <pc:docMk/>
            <pc:sldMk cId="2351475917" sldId="309"/>
            <ac:picMk id="7" creationId="{D5D9A009-CA7C-B07C-03E2-B553DED64F00}"/>
          </ac:picMkLst>
        </pc:picChg>
        <pc:picChg chg="add mod modCrop">
          <ac:chgData name="Monika Periyannan" userId="636aeac5ddcf9632" providerId="LiveId" clId="{F759EA95-3E04-4035-9C8C-99B5FC78855A}" dt="2026-07-23T02:32:47.588" v="489" actId="1076"/>
          <ac:picMkLst>
            <pc:docMk/>
            <pc:sldMk cId="2351475917" sldId="309"/>
            <ac:picMk id="9" creationId="{08983D56-8C56-5287-D7E3-2B33902DACA1}"/>
          </ac:picMkLst>
        </pc:picChg>
      </pc:sldChg>
      <pc:sldChg chg="add del">
        <pc:chgData name="Monika Periyannan" userId="636aeac5ddcf9632" providerId="LiveId" clId="{F759EA95-3E04-4035-9C8C-99B5FC78855A}" dt="2026-07-22T17:33:57.199" v="163" actId="47"/>
        <pc:sldMkLst>
          <pc:docMk/>
          <pc:sldMk cId="2515500609" sldId="310"/>
        </pc:sldMkLst>
      </pc:sldChg>
      <pc:sldChg chg="addSp delSp modSp add mod">
        <pc:chgData name="Monika Periyannan" userId="636aeac5ddcf9632" providerId="LiveId" clId="{F759EA95-3E04-4035-9C8C-99B5FC78855A}" dt="2026-07-23T01:38:45.627" v="461" actId="1076"/>
        <pc:sldMkLst>
          <pc:docMk/>
          <pc:sldMk cId="3383930383" sldId="310"/>
        </pc:sldMkLst>
        <pc:spChg chg="mod">
          <ac:chgData name="Monika Periyannan" userId="636aeac5ddcf9632" providerId="LiveId" clId="{F759EA95-3E04-4035-9C8C-99B5FC78855A}" dt="2026-07-23T01:24:44.970" v="395"/>
          <ac:spMkLst>
            <pc:docMk/>
            <pc:sldMk cId="3383930383" sldId="310"/>
            <ac:spMk id="7" creationId="{E99C7B56-2F78-F019-22CB-00FC89278B3E}"/>
          </ac:spMkLst>
        </pc:spChg>
        <pc:spChg chg="add del">
          <ac:chgData name="Monika Periyannan" userId="636aeac5ddcf9632" providerId="LiveId" clId="{F759EA95-3E04-4035-9C8C-99B5FC78855A}" dt="2026-07-22T18:06:56.822" v="359" actId="22"/>
          <ac:spMkLst>
            <pc:docMk/>
            <pc:sldMk cId="3383930383" sldId="310"/>
            <ac:spMk id="8" creationId="{BFEFF0EE-EA16-F203-C14F-5B97AC2412B6}"/>
          </ac:spMkLst>
        </pc:spChg>
        <pc:picChg chg="add mod modCrop">
          <ac:chgData name="Monika Periyannan" userId="636aeac5ddcf9632" providerId="LiveId" clId="{F759EA95-3E04-4035-9C8C-99B5FC78855A}" dt="2026-07-23T01:38:45.627" v="461" actId="1076"/>
          <ac:picMkLst>
            <pc:docMk/>
            <pc:sldMk cId="3383930383" sldId="310"/>
            <ac:picMk id="5" creationId="{7E3F7B56-A2AD-2FE0-8D59-8315D6343D74}"/>
          </ac:picMkLst>
        </pc:picChg>
        <pc:picChg chg="del">
          <ac:chgData name="Monika Periyannan" userId="636aeac5ddcf9632" providerId="LiveId" clId="{F759EA95-3E04-4035-9C8C-99B5FC78855A}" dt="2026-07-23T01:35:37.473" v="444" actId="478"/>
          <ac:picMkLst>
            <pc:docMk/>
            <pc:sldMk cId="3383930383" sldId="310"/>
            <ac:picMk id="6" creationId="{8B6C3765-4054-5951-F832-78E39A9CDF46}"/>
          </ac:picMkLst>
        </pc:picChg>
      </pc:sldChg>
      <pc:sldChg chg="modSp add del mod">
        <pc:chgData name="Monika Periyannan" userId="636aeac5ddcf9632" providerId="LiveId" clId="{F759EA95-3E04-4035-9C8C-99B5FC78855A}" dt="2026-07-22T18:07:41.029" v="363"/>
        <pc:sldMkLst>
          <pc:docMk/>
          <pc:sldMk cId="1216027318" sldId="311"/>
        </pc:sldMkLst>
        <pc:spChg chg="mod">
          <ac:chgData name="Monika Periyannan" userId="636aeac5ddcf9632" providerId="LiveId" clId="{F759EA95-3E04-4035-9C8C-99B5FC78855A}" dt="2026-07-22T18:07:27.736" v="362"/>
          <ac:spMkLst>
            <pc:docMk/>
            <pc:sldMk cId="1216027318" sldId="311"/>
            <ac:spMk id="2" creationId="{3F48FBBD-898E-F584-D307-907E6DBC77EB}"/>
          </ac:spMkLst>
        </pc:spChg>
      </pc:sldChg>
      <pc:sldChg chg="addSp delSp modSp add mod">
        <pc:chgData name="Monika Periyannan" userId="636aeac5ddcf9632" providerId="LiveId" clId="{F759EA95-3E04-4035-9C8C-99B5FC78855A}" dt="2026-07-23T01:35:20.541" v="443" actId="1076"/>
        <pc:sldMkLst>
          <pc:docMk/>
          <pc:sldMk cId="3729971206" sldId="311"/>
        </pc:sldMkLst>
        <pc:spChg chg="mod">
          <ac:chgData name="Monika Periyannan" userId="636aeac5ddcf9632" providerId="LiveId" clId="{F759EA95-3E04-4035-9C8C-99B5FC78855A}" dt="2026-07-22T18:08:44.260" v="372" actId="1076"/>
          <ac:spMkLst>
            <pc:docMk/>
            <pc:sldMk cId="3729971206" sldId="311"/>
            <ac:spMk id="2" creationId="{5293536A-260D-B06A-BF23-03D899D8C742}"/>
          </ac:spMkLst>
        </pc:spChg>
        <pc:spChg chg="del">
          <ac:chgData name="Monika Periyannan" userId="636aeac5ddcf9632" providerId="LiveId" clId="{F759EA95-3E04-4035-9C8C-99B5FC78855A}" dt="2026-07-23T01:31:10.661" v="419" actId="478"/>
          <ac:spMkLst>
            <pc:docMk/>
            <pc:sldMk cId="3729971206" sldId="311"/>
            <ac:spMk id="7" creationId="{F43F1F70-705C-7F8C-821B-5A29CC673296}"/>
          </ac:spMkLst>
        </pc:spChg>
        <pc:graphicFrameChg chg="add mod modGraphic">
          <ac:chgData name="Monika Periyannan" userId="636aeac5ddcf9632" providerId="LiveId" clId="{F759EA95-3E04-4035-9C8C-99B5FC78855A}" dt="2026-07-23T01:35:20.541" v="443" actId="1076"/>
          <ac:graphicFrameMkLst>
            <pc:docMk/>
            <pc:sldMk cId="3729971206" sldId="311"/>
            <ac:graphicFrameMk id="5" creationId="{283E0E05-DFA9-0EA6-D93C-E873A11CA67C}"/>
          </ac:graphicFrameMkLst>
        </pc:graphicFrameChg>
        <pc:picChg chg="del">
          <ac:chgData name="Monika Periyannan" userId="636aeac5ddcf9632" providerId="LiveId" clId="{F759EA95-3E04-4035-9C8C-99B5FC78855A}" dt="2026-07-23T01:31:12.594" v="420" actId="478"/>
          <ac:picMkLst>
            <pc:docMk/>
            <pc:sldMk cId="3729971206" sldId="311"/>
            <ac:picMk id="6" creationId="{4C210444-A10E-A41F-C807-2821B243E861}"/>
          </ac:picMkLst>
        </pc:picChg>
      </pc:sldChg>
      <pc:sldChg chg="add del">
        <pc:chgData name="Monika Periyannan" userId="636aeac5ddcf9632" providerId="LiveId" clId="{F759EA95-3E04-4035-9C8C-99B5FC78855A}" dt="2026-07-22T17:33:53.231" v="161" actId="47"/>
        <pc:sldMkLst>
          <pc:docMk/>
          <pc:sldMk cId="941743552" sldId="312"/>
        </pc:sldMkLst>
      </pc:sldChg>
      <pc:sldChg chg="addSp delSp modSp add mod">
        <pc:chgData name="Monika Periyannan" userId="636aeac5ddcf9632" providerId="LiveId" clId="{F759EA95-3E04-4035-9C8C-99B5FC78855A}" dt="2026-07-23T02:36:48.128" v="539" actId="1076"/>
        <pc:sldMkLst>
          <pc:docMk/>
          <pc:sldMk cId="4225688326" sldId="312"/>
        </pc:sldMkLst>
        <pc:spChg chg="mod">
          <ac:chgData name="Monika Periyannan" userId="636aeac5ddcf9632" providerId="LiveId" clId="{F759EA95-3E04-4035-9C8C-99B5FC78855A}" dt="2026-07-22T18:09:57.454" v="386" actId="20577"/>
          <ac:spMkLst>
            <pc:docMk/>
            <pc:sldMk cId="4225688326" sldId="312"/>
            <ac:spMk id="4" creationId="{D5A15185-F3FA-57BF-1084-504965670ED0}"/>
          </ac:spMkLst>
        </pc:spChg>
        <pc:spChg chg="mod">
          <ac:chgData name="Monika Periyannan" userId="636aeac5ddcf9632" providerId="LiveId" clId="{F759EA95-3E04-4035-9C8C-99B5FC78855A}" dt="2026-07-23T02:36:48.128" v="539" actId="1076"/>
          <ac:spMkLst>
            <pc:docMk/>
            <pc:sldMk cId="4225688326" sldId="312"/>
            <ac:spMk id="8" creationId="{A4705A80-58C7-5714-49AB-4A6B280741F2}"/>
          </ac:spMkLst>
        </pc:spChg>
        <pc:picChg chg="del">
          <ac:chgData name="Monika Periyannan" userId="636aeac5ddcf9632" providerId="LiveId" clId="{F759EA95-3E04-4035-9C8C-99B5FC78855A}" dt="2026-07-23T02:32:51.815" v="490" actId="478"/>
          <ac:picMkLst>
            <pc:docMk/>
            <pc:sldMk cId="4225688326" sldId="312"/>
            <ac:picMk id="5" creationId="{02B1BDF4-CFED-438D-F629-DE8FCBBC1353}"/>
          </ac:picMkLst>
        </pc:picChg>
        <pc:picChg chg="add mod modCrop">
          <ac:chgData name="Monika Periyannan" userId="636aeac5ddcf9632" providerId="LiveId" clId="{F759EA95-3E04-4035-9C8C-99B5FC78855A}" dt="2026-07-23T02:34:08.149" v="502" actId="1076"/>
          <ac:picMkLst>
            <pc:docMk/>
            <pc:sldMk cId="4225688326" sldId="312"/>
            <ac:picMk id="6" creationId="{E486DAD5-5BB8-6674-E60A-1905FC8B5352}"/>
          </ac:picMkLst>
        </pc:picChg>
      </pc:sldChg>
      <pc:sldChg chg="addSp delSp modSp add mod">
        <pc:chgData name="Monika Periyannan" userId="636aeac5ddcf9632" providerId="LiveId" clId="{F759EA95-3E04-4035-9C8C-99B5FC78855A}" dt="2026-07-23T02:41:22.387" v="596" actId="1076"/>
        <pc:sldMkLst>
          <pc:docMk/>
          <pc:sldMk cId="334889959" sldId="313"/>
        </pc:sldMkLst>
        <pc:spChg chg="mod">
          <ac:chgData name="Monika Periyannan" userId="636aeac5ddcf9632" providerId="LiveId" clId="{F759EA95-3E04-4035-9C8C-99B5FC78855A}" dt="2026-07-23T02:41:15.465" v="594" actId="14100"/>
          <ac:spMkLst>
            <pc:docMk/>
            <pc:sldMk cId="334889959" sldId="313"/>
            <ac:spMk id="2" creationId="{53215537-B2DC-E67C-E03D-D1F9B9942D2F}"/>
          </ac:spMkLst>
        </pc:spChg>
        <pc:spChg chg="mod">
          <ac:chgData name="Monika Periyannan" userId="636aeac5ddcf9632" providerId="LiveId" clId="{F759EA95-3E04-4035-9C8C-99B5FC78855A}" dt="2026-07-23T02:38:48.211" v="559" actId="1076"/>
          <ac:spMkLst>
            <pc:docMk/>
            <pc:sldMk cId="334889959" sldId="313"/>
            <ac:spMk id="3" creationId="{47CD89E7-5125-A380-66F1-9D26B98F0742}"/>
          </ac:spMkLst>
        </pc:spChg>
        <pc:picChg chg="del">
          <ac:chgData name="Monika Periyannan" userId="636aeac5ddcf9632" providerId="LiveId" clId="{F759EA95-3E04-4035-9C8C-99B5FC78855A}" dt="2026-07-23T01:40:19.066" v="477" actId="478"/>
          <ac:picMkLst>
            <pc:docMk/>
            <pc:sldMk cId="334889959" sldId="313"/>
            <ac:picMk id="6" creationId="{A8996FC3-C3ED-5FE1-BC8E-62EA7ECDDB15}"/>
          </ac:picMkLst>
        </pc:picChg>
        <pc:picChg chg="add del">
          <ac:chgData name="Monika Periyannan" userId="636aeac5ddcf9632" providerId="LiveId" clId="{F759EA95-3E04-4035-9C8C-99B5FC78855A}" dt="2026-07-23T02:40:29.597" v="586" actId="22"/>
          <ac:picMkLst>
            <pc:docMk/>
            <pc:sldMk cId="334889959" sldId="313"/>
            <ac:picMk id="8" creationId="{3A1813C7-6EF5-8358-9EEA-40BD04FDBE48}"/>
          </ac:picMkLst>
        </pc:picChg>
        <pc:picChg chg="add del">
          <ac:chgData name="Monika Periyannan" userId="636aeac5ddcf9632" providerId="LiveId" clId="{F759EA95-3E04-4035-9C8C-99B5FC78855A}" dt="2026-07-23T02:40:35.348" v="588" actId="22"/>
          <ac:picMkLst>
            <pc:docMk/>
            <pc:sldMk cId="334889959" sldId="313"/>
            <ac:picMk id="10" creationId="{FB7CB05C-CFD2-D428-09B4-E90AE66F75B1}"/>
          </ac:picMkLst>
        </pc:picChg>
        <pc:picChg chg="add mod modCrop">
          <ac:chgData name="Monika Periyannan" userId="636aeac5ddcf9632" providerId="LiveId" clId="{F759EA95-3E04-4035-9C8C-99B5FC78855A}" dt="2026-07-23T02:41:22.387" v="596" actId="1076"/>
          <ac:picMkLst>
            <pc:docMk/>
            <pc:sldMk cId="334889959" sldId="313"/>
            <ac:picMk id="11" creationId="{3AF67F85-AA4C-E0CF-64D7-13B0CCF80277}"/>
          </ac:picMkLst>
        </pc:picChg>
      </pc:sldChg>
      <pc:sldChg chg="add del">
        <pc:chgData name="Monika Periyannan" userId="636aeac5ddcf9632" providerId="LiveId" clId="{F759EA95-3E04-4035-9C8C-99B5FC78855A}" dt="2026-07-22T17:33:50.695" v="160" actId="47"/>
        <pc:sldMkLst>
          <pc:docMk/>
          <pc:sldMk cId="1392271531" sldId="313"/>
        </pc:sldMkLst>
      </pc:sldChg>
      <pc:sldChg chg="new del">
        <pc:chgData name="Monika Periyannan" userId="636aeac5ddcf9632" providerId="LiveId" clId="{F759EA95-3E04-4035-9C8C-99B5FC78855A}" dt="2026-07-22T18:10:24.796" v="389" actId="47"/>
        <pc:sldMkLst>
          <pc:docMk/>
          <pc:sldMk cId="2898075233" sldId="313"/>
        </pc:sldMkLst>
      </pc:sldChg>
      <pc:sldChg chg="new del">
        <pc:chgData name="Monika Periyannan" userId="636aeac5ddcf9632" providerId="LiveId" clId="{F759EA95-3E04-4035-9C8C-99B5FC78855A}" dt="2026-07-22T17:33:34.786" v="149" actId="47"/>
        <pc:sldMkLst>
          <pc:docMk/>
          <pc:sldMk cId="170961006" sldId="314"/>
        </pc:sldMkLst>
      </pc:sldChg>
      <pc:sldChg chg="addSp delSp modSp add mod">
        <pc:chgData name="Monika Periyannan" userId="636aeac5ddcf9632" providerId="LiveId" clId="{F759EA95-3E04-4035-9C8C-99B5FC78855A}" dt="2026-07-23T04:08:37.948" v="655" actId="1076"/>
        <pc:sldMkLst>
          <pc:docMk/>
          <pc:sldMk cId="1035353030" sldId="314"/>
        </pc:sldMkLst>
        <pc:spChg chg="mod">
          <ac:chgData name="Monika Periyannan" userId="636aeac5ddcf9632" providerId="LiveId" clId="{F759EA95-3E04-4035-9C8C-99B5FC78855A}" dt="2026-07-23T04:05:43.693" v="616" actId="1076"/>
          <ac:spMkLst>
            <pc:docMk/>
            <pc:sldMk cId="1035353030" sldId="314"/>
            <ac:spMk id="2" creationId="{E7F5A7AB-C65A-52B5-909E-3C4B08563961}"/>
          </ac:spMkLst>
        </pc:spChg>
        <pc:spChg chg="mod">
          <ac:chgData name="Monika Periyannan" userId="636aeac5ddcf9632" providerId="LiveId" clId="{F759EA95-3E04-4035-9C8C-99B5FC78855A}" dt="2026-07-23T02:42:06.790" v="604" actId="1076"/>
          <ac:spMkLst>
            <pc:docMk/>
            <pc:sldMk cId="1035353030" sldId="314"/>
            <ac:spMk id="3" creationId="{87C57BBC-9E41-FC7B-C6CD-44CB0B111CC8}"/>
          </ac:spMkLst>
        </pc:spChg>
        <pc:picChg chg="del">
          <ac:chgData name="Monika Periyannan" userId="636aeac5ddcf9632" providerId="LiveId" clId="{F759EA95-3E04-4035-9C8C-99B5FC78855A}" dt="2026-07-23T02:41:33.430" v="597" actId="478"/>
          <ac:picMkLst>
            <pc:docMk/>
            <pc:sldMk cId="1035353030" sldId="314"/>
            <ac:picMk id="6" creationId="{6A06E67B-15C6-2370-84EE-34CFA2CB3733}"/>
          </ac:picMkLst>
        </pc:picChg>
        <pc:picChg chg="add mod modCrop">
          <ac:chgData name="Monika Periyannan" userId="636aeac5ddcf9632" providerId="LiveId" clId="{F759EA95-3E04-4035-9C8C-99B5FC78855A}" dt="2026-07-23T04:08:37.948" v="655" actId="1076"/>
          <ac:picMkLst>
            <pc:docMk/>
            <pc:sldMk cId="1035353030" sldId="314"/>
            <ac:picMk id="7" creationId="{9174A8D8-C805-86BE-16C0-5AEEE472DDBA}"/>
          </ac:picMkLst>
        </pc:picChg>
        <pc:picChg chg="add mod">
          <ac:chgData name="Monika Periyannan" userId="636aeac5ddcf9632" providerId="LiveId" clId="{F759EA95-3E04-4035-9C8C-99B5FC78855A}" dt="2026-07-23T04:08:02.268" v="647"/>
          <ac:picMkLst>
            <pc:docMk/>
            <pc:sldMk cId="1035353030" sldId="314"/>
            <ac:picMk id="8" creationId="{3F941A7C-3B7C-3739-268D-3F69D1E15863}"/>
          </ac:picMkLst>
        </pc:picChg>
      </pc:sldChg>
      <pc:sldChg chg="addSp delSp modSp add mod">
        <pc:chgData name="Monika Periyannan" userId="636aeac5ddcf9632" providerId="LiveId" clId="{F759EA95-3E04-4035-9C8C-99B5FC78855A}" dt="2026-07-23T04:09:08.461" v="661" actId="1076"/>
        <pc:sldMkLst>
          <pc:docMk/>
          <pc:sldMk cId="1763607789" sldId="315"/>
        </pc:sldMkLst>
        <pc:spChg chg="mod">
          <ac:chgData name="Monika Periyannan" userId="636aeac5ddcf9632" providerId="LiveId" clId="{F759EA95-3E04-4035-9C8C-99B5FC78855A}" dt="2026-07-23T04:07:13.521" v="642" actId="1076"/>
          <ac:spMkLst>
            <pc:docMk/>
            <pc:sldMk cId="1763607789" sldId="315"/>
            <ac:spMk id="2" creationId="{7B079928-5C26-CD9F-55D4-43B6D0148A21}"/>
          </ac:spMkLst>
        </pc:spChg>
        <pc:spChg chg="mod">
          <ac:chgData name="Monika Periyannan" userId="636aeac5ddcf9632" providerId="LiveId" clId="{F759EA95-3E04-4035-9C8C-99B5FC78855A}" dt="2026-07-23T04:07:22.249" v="643" actId="2711"/>
          <ac:spMkLst>
            <pc:docMk/>
            <pc:sldMk cId="1763607789" sldId="315"/>
            <ac:spMk id="3" creationId="{6E336050-01CE-246F-6A06-E321F049422A}"/>
          </ac:spMkLst>
        </pc:spChg>
        <pc:picChg chg="del">
          <ac:chgData name="Monika Periyannan" userId="636aeac5ddcf9632" providerId="LiveId" clId="{F759EA95-3E04-4035-9C8C-99B5FC78855A}" dt="2026-07-23T04:05:48.202" v="617" actId="478"/>
          <ac:picMkLst>
            <pc:docMk/>
            <pc:sldMk cId="1763607789" sldId="315"/>
            <ac:picMk id="6" creationId="{9A15F1C9-C2D3-3325-E20B-85AAA795D5F4}"/>
          </ac:picMkLst>
        </pc:picChg>
        <pc:picChg chg="add mod modCrop">
          <ac:chgData name="Monika Periyannan" userId="636aeac5ddcf9632" providerId="LiveId" clId="{F759EA95-3E04-4035-9C8C-99B5FC78855A}" dt="2026-07-23T04:09:08.461" v="661" actId="1076"/>
          <ac:picMkLst>
            <pc:docMk/>
            <pc:sldMk cId="1763607789" sldId="315"/>
            <ac:picMk id="7" creationId="{4EAD5D9B-99DB-D873-F24B-13D190D5702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7359BC-59E3-4E9A-9861-0BF49EBDC942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1CE006-BAFD-4FA8-9E9B-B01FA0933D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8205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1CE006-BAFD-4FA8-9E9B-B01FA0933DF5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8695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871414" y="2102545"/>
            <a:ext cx="1920240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7998" y="28081"/>
            <a:ext cx="4616003" cy="939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jpe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304702" y="3581400"/>
            <a:ext cx="3582498" cy="467204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400" spc="-1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</a:t>
            </a:r>
            <a:r>
              <a:rPr sz="2400" spc="-75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US" sz="2400" spc="-25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</a:p>
          <a:p>
            <a:pPr marL="0" marR="0" lvl="0" indent="0" algn="l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192421098	</a:t>
            </a:r>
            <a:r>
              <a:rPr lang="en-US" spc="-25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Monisha</a:t>
            </a:r>
            <a:r>
              <a:rPr lang="en-US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 </a:t>
            </a:r>
          </a:p>
          <a:p>
            <a:pPr marL="0" marR="0" lvl="0" indent="0" algn="l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192425059	Monika P</a:t>
            </a:r>
          </a:p>
          <a:p>
            <a:pPr marL="0" marR="0" lvl="0" indent="0" algn="l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192421221	Harshitha G S</a:t>
            </a:r>
          </a:p>
          <a:p>
            <a:pPr marL="0" marR="0" lvl="0" indent="0" algn="l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192425217	T Chaitra</a:t>
            </a:r>
          </a:p>
          <a:p>
            <a:pPr marL="0" marR="0" lvl="0" indent="0" algn="l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192321126	</a:t>
            </a:r>
            <a:r>
              <a:rPr lang="en-US" spc="-25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K.Meghana</a:t>
            </a:r>
            <a:endParaRPr lang="en-US" spc="-2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192425249	</a:t>
            </a:r>
            <a:r>
              <a:rPr lang="en-US" spc="-25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K.Teja</a:t>
            </a:r>
            <a:r>
              <a:rPr lang="en-US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Sri</a:t>
            </a:r>
            <a:br>
              <a:rPr lang="en-US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pc="-2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pc="-25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pc="-25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3FEC98-D515-71B1-F627-F38CD18D0984}"/>
              </a:ext>
            </a:extLst>
          </p:cNvPr>
          <p:cNvSpPr txBox="1"/>
          <p:nvPr/>
        </p:nvSpPr>
        <p:spPr>
          <a:xfrm>
            <a:off x="1465118" y="2280313"/>
            <a:ext cx="948363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ITA0506 – COMPUTER VISION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5F1620-4E9A-C4F9-9CC5-6A5289C687FD}"/>
              </a:ext>
            </a:extLst>
          </p:cNvPr>
          <p:cNvSpPr txBox="1"/>
          <p:nvPr/>
        </p:nvSpPr>
        <p:spPr>
          <a:xfrm>
            <a:off x="381000" y="4038600"/>
            <a:ext cx="5291137" cy="960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0" cap="none" spc="-1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Program Director : </a:t>
            </a:r>
            <a:r>
              <a:rPr kumimoji="0" lang="en-IN" sz="2000" b="0" i="0" u="none" strike="noStrike" kern="0" cap="none" spc="-1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  <a:r>
              <a:rPr kumimoji="0" lang="en-IN" sz="2000" b="0" i="0" u="none" strike="noStrike" kern="0" cap="none" spc="-1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IN" sz="2000" b="0" i="0" u="none" strike="noStrike" kern="0" cap="none" spc="-1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Sasi</a:t>
            </a:r>
            <a:r>
              <a:rPr kumimoji="0" lang="en-IN" sz="2000" b="0" i="0" u="none" strike="noStrike" kern="0" cap="none" spc="-1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Rekha, Prof/CSE</a:t>
            </a:r>
          </a:p>
          <a:p>
            <a:pPr marL="12700" marR="508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0" cap="none" spc="-1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Faculty:- </a:t>
            </a:r>
            <a:r>
              <a:rPr kumimoji="0" lang="en-IN" sz="2000" b="0" i="0" u="none" strike="noStrike" kern="0" cap="none" spc="-1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Mrs. R C Jeni Gracia, AP / CSE</a:t>
            </a:r>
            <a:endParaRPr kumimoji="0" lang="en-IN" sz="1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SSE-Computer Science and Engineering">
            <a:extLst>
              <a:ext uri="{FF2B5EF4-FFF2-40B4-BE49-F238E27FC236}">
                <a16:creationId xmlns:a16="http://schemas.microsoft.com/office/drawing/2014/main" id="{A828A50E-EF19-CDD1-34FE-5D34AAF01F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236" y="463932"/>
            <a:ext cx="10461523" cy="846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8098409-85F6-0F2D-4500-161EB9B0447B}"/>
              </a:ext>
            </a:extLst>
          </p:cNvPr>
          <p:cNvSpPr txBox="1"/>
          <p:nvPr/>
        </p:nvSpPr>
        <p:spPr>
          <a:xfrm>
            <a:off x="1583084" y="1668823"/>
            <a:ext cx="937259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AI-Driven Public Safety Monitoring Through Pose Estimation and Activity Recognition</a:t>
            </a:r>
            <a:endParaRPr lang="en-IN" sz="2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29000" y="376446"/>
            <a:ext cx="4616003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2745" algn="ctr">
              <a:lnSpc>
                <a:spcPct val="100000"/>
              </a:lnSpc>
              <a:spcBef>
                <a:spcPts val="100"/>
              </a:spcBef>
            </a:pPr>
            <a:r>
              <a:rPr lang="en-US" sz="5400" b="1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endParaRPr sz="5400" b="1" spc="-1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DB67C31-356E-0941-C6D8-004559976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152" y="152400"/>
            <a:ext cx="1103472" cy="13473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5601704-DA6B-57B7-F8C0-53DE75AE09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8004" y="195975"/>
            <a:ext cx="1277150" cy="130375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F17E4B7-334B-139B-C09C-802CDE44FE3C}"/>
              </a:ext>
            </a:extLst>
          </p:cNvPr>
          <p:cNvSpPr txBox="1"/>
          <p:nvPr/>
        </p:nvSpPr>
        <p:spPr>
          <a:xfrm>
            <a:off x="3446318" y="2514600"/>
            <a:ext cx="6400800" cy="26883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sz="2200" dirty="0">
                <a:latin typeface="Georgia" panose="02040502050405020303" pitchFamily="18" charset="0"/>
              </a:rPr>
              <a:t>Introduction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sz="2200" dirty="0">
                <a:latin typeface="Georgia" panose="02040502050405020303" pitchFamily="18" charset="0"/>
              </a:rPr>
              <a:t>Literature Review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sz="2200" dirty="0">
                <a:latin typeface="Georgia" panose="02040502050405020303" pitchFamily="18" charset="0"/>
              </a:rPr>
              <a:t>Problem Statement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sz="2200" dirty="0">
                <a:latin typeface="Georgia" panose="02040502050405020303" pitchFamily="18" charset="0"/>
              </a:rPr>
              <a:t>Objectives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sz="2200" dirty="0">
                <a:latin typeface="Georgia" panose="02040502050405020303" pitchFamily="18" charset="0"/>
              </a:rPr>
              <a:t>System Architecture - Overall Design of Project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sz="2200" dirty="0">
                <a:latin typeface="Georgia" panose="02040502050405020303" pitchFamily="18" charset="0"/>
              </a:rPr>
              <a:t>Modules Introduction</a:t>
            </a:r>
            <a:endParaRPr lang="en-IN" sz="2200" dirty="0"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ECEF3-856D-87BB-20E4-F306EB1E1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658B63E-B5EC-D40D-A03E-5AB4227C62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62400" y="404155"/>
            <a:ext cx="4616003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2745">
              <a:lnSpc>
                <a:spcPct val="100000"/>
              </a:lnSpc>
              <a:spcBef>
                <a:spcPts val="100"/>
              </a:spcBef>
            </a:pPr>
            <a:r>
              <a:rPr lang="en-US" sz="5400" b="1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sz="5400" b="1" spc="-1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AF2DC0-ADC4-CD93-3B30-5671078EF6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152" y="152400"/>
            <a:ext cx="1103472" cy="13473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23862CC-08D5-AABA-C735-4EDEC5B1AA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8004" y="195975"/>
            <a:ext cx="1277150" cy="1303758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E99C7B56-2F78-F019-22CB-00FC89278B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152" y="1693480"/>
            <a:ext cx="6781800" cy="4888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Georgia" panose="02040502050405020303" pitchFamily="18" charset="0"/>
                <a:cs typeface="Times New Roman" panose="02020603050405020304" pitchFamily="18" charset="0"/>
              </a:rPr>
              <a:t>Uses Artificial Intelligence to improve public safety.</a:t>
            </a:r>
          </a:p>
          <a:p>
            <a:pPr marL="285750" indent="-285750" algn="just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Georgia" panose="02040502050405020303" pitchFamily="18" charset="0"/>
                <a:cs typeface="Times New Roman" panose="02020603050405020304" pitchFamily="18" charset="0"/>
              </a:rPr>
              <a:t>Detects suspicious human interactions using CCTV footage.</a:t>
            </a:r>
          </a:p>
          <a:p>
            <a:pPr marL="285750" indent="-285750" algn="just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Georgia" panose="02040502050405020303" pitchFamily="18" charset="0"/>
                <a:cs typeface="Times New Roman" panose="02020603050405020304" pitchFamily="18" charset="0"/>
              </a:rPr>
              <a:t>Employs Pose Estimation to identify body movements.</a:t>
            </a:r>
          </a:p>
          <a:p>
            <a:pPr marL="285750" indent="-285750" algn="just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Georgia" panose="02040502050405020303" pitchFamily="18" charset="0"/>
                <a:cs typeface="Times New Roman" panose="02020603050405020304" pitchFamily="18" charset="0"/>
              </a:rPr>
              <a:t>Uses Activity Recognition to classify human behavior.</a:t>
            </a:r>
          </a:p>
          <a:p>
            <a:pPr marL="285750" indent="-285750" algn="just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Georgia" panose="02040502050405020303" pitchFamily="18" charset="0"/>
                <a:cs typeface="Times New Roman" panose="02020603050405020304" pitchFamily="18" charset="0"/>
              </a:rPr>
              <a:t>Generates real-time alerts for possible harassment.</a:t>
            </a:r>
          </a:p>
          <a:p>
            <a:pPr marL="285750" indent="-285750" algn="just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Georgia" panose="02040502050405020303" pitchFamily="18" charset="0"/>
                <a:cs typeface="Times New Roman" panose="02020603050405020304" pitchFamily="18" charset="0"/>
              </a:rPr>
              <a:t>Helps authorities respond quickly and improves women's safety.</a:t>
            </a:r>
            <a:endParaRPr lang="en-IN" sz="2200" dirty="0">
              <a:latin typeface="Georgia" panose="02040502050405020303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3F7B56-A2AD-2FE0-8D59-8315D6343D7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2963" t="5081" r="38888" b="74670"/>
          <a:stretch/>
        </p:blipFill>
        <p:spPr>
          <a:xfrm>
            <a:off x="7467600" y="2057400"/>
            <a:ext cx="41910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930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72A3B-9BD8-07B8-462A-B1491964D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293536A-260D-B06A-BF23-03D899D8C7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76600" y="374370"/>
            <a:ext cx="5987603" cy="9853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2C38E1-BC9B-F691-AB4F-E62BD0B858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152" y="152400"/>
            <a:ext cx="1103472" cy="13473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85A865B-85AD-FC48-A6D0-65CECDA88A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8004" y="195975"/>
            <a:ext cx="1277150" cy="1303758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83E0E05-DFA9-0EA6-D93C-E873A11CA6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5051311"/>
              </p:ext>
            </p:extLst>
          </p:nvPr>
        </p:nvGraphicFramePr>
        <p:xfrm>
          <a:off x="990600" y="1703715"/>
          <a:ext cx="10591800" cy="48145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531">
                  <a:extLst>
                    <a:ext uri="{9D8B030D-6E8A-4147-A177-3AD203B41FA5}">
                      <a16:colId xmlns:a16="http://schemas.microsoft.com/office/drawing/2014/main" val="2694772867"/>
                    </a:ext>
                  </a:extLst>
                </a:gridCol>
                <a:gridCol w="792584">
                  <a:extLst>
                    <a:ext uri="{9D8B030D-6E8A-4147-A177-3AD203B41FA5}">
                      <a16:colId xmlns:a16="http://schemas.microsoft.com/office/drawing/2014/main" val="3764511587"/>
                    </a:ext>
                  </a:extLst>
                </a:gridCol>
                <a:gridCol w="2830285">
                  <a:extLst>
                    <a:ext uri="{9D8B030D-6E8A-4147-A177-3AD203B41FA5}">
                      <a16:colId xmlns:a16="http://schemas.microsoft.com/office/drawing/2014/main" val="156346657"/>
                    </a:ext>
                  </a:extLst>
                </a:gridCol>
                <a:gridCol w="2045305">
                  <a:extLst>
                    <a:ext uri="{9D8B030D-6E8A-4147-A177-3AD203B41FA5}">
                      <a16:colId xmlns:a16="http://schemas.microsoft.com/office/drawing/2014/main" val="1957986579"/>
                    </a:ext>
                  </a:extLst>
                </a:gridCol>
                <a:gridCol w="2145695">
                  <a:extLst>
                    <a:ext uri="{9D8B030D-6E8A-4147-A177-3AD203B41FA5}">
                      <a16:colId xmlns:a16="http://schemas.microsoft.com/office/drawing/2014/main" val="2508305193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4094685697"/>
                    </a:ext>
                  </a:extLst>
                </a:gridCol>
              </a:tblGrid>
              <a:tr h="763427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Georgia" panose="02040502050405020303" pitchFamily="18" charset="0"/>
                        </a:rPr>
                        <a:t>S. 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Georgia" panose="02040502050405020303" pitchFamily="18" charset="0"/>
                        </a:rPr>
                        <a:t>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Georgia" panose="02040502050405020303" pitchFamily="18" charset="0"/>
                        </a:rPr>
                        <a:t>Paper 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Georgia" panose="02040502050405020303" pitchFamily="18" charset="0"/>
                        </a:rPr>
                        <a:t>Method Used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Georgia" panose="02040502050405020303" pitchFamily="18" charset="0"/>
                        </a:rPr>
                        <a:t>Key Finding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Georgia" panose="02040502050405020303" pitchFamily="18" charset="0"/>
                        </a:rPr>
                        <a:t>Limitation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7016474"/>
                  </a:ext>
                </a:extLst>
              </a:tr>
              <a:tr h="844680">
                <a:tc>
                  <a:txBody>
                    <a:bodyPr/>
                    <a:lstStyle/>
                    <a:p>
                      <a:r>
                        <a:rPr lang="en-IN" sz="1400">
                          <a:latin typeface="Georgia" panose="02040502050405020303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en-IN" sz="1400" dirty="0"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i="1">
                          <a:latin typeface="Georgia" panose="02040502050405020303" pitchFamily="18" charset="0"/>
                        </a:rPr>
                        <a:t>An Intelligent Crime Surveillance Video System for Real-Time Applications</a:t>
                      </a:r>
                      <a:endParaRPr lang="en-US" sz="1400"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Georgia" panose="02040502050405020303" pitchFamily="18" charset="0"/>
                        </a:rPr>
                        <a:t>YOLO, OpenPose, DeepSORT, LSTM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Georgia" panose="02040502050405020303" pitchFamily="18" charset="0"/>
                        </a:rPr>
                        <a:t>Detects violent activities in real time and generates alerts.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Georgia" panose="02040502050405020303" pitchFamily="18" charset="0"/>
                        </a:rPr>
                        <a:t>Focuses on violence rather than harassment detection.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9275947"/>
                  </a:ext>
                </a:extLst>
              </a:tr>
              <a:tr h="1035415">
                <a:tc>
                  <a:txBody>
                    <a:bodyPr/>
                    <a:lstStyle/>
                    <a:p>
                      <a:r>
                        <a:rPr lang="en-IN" sz="1400">
                          <a:latin typeface="Georgia" panose="02040502050405020303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en-IN" sz="1400" dirty="0"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i="1" dirty="0">
                          <a:latin typeface="Georgia" panose="02040502050405020303" pitchFamily="18" charset="0"/>
                        </a:rPr>
                        <a:t>Pose to Protect: Federated Skeleton-Based Anomaly Detection for Privacy-Conscious Video Surveillance</a:t>
                      </a:r>
                      <a:endParaRPr lang="en-US" sz="1400" dirty="0"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Georgia" panose="02040502050405020303" pitchFamily="18" charset="0"/>
                        </a:rPr>
                        <a:t>Pose Estimation + Federated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Georgia" panose="02040502050405020303" pitchFamily="18" charset="0"/>
                        </a:rPr>
                        <a:t>Improves privacy-preserving anomaly detection in surveillance videos.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Georgia" panose="02040502050405020303" pitchFamily="18" charset="0"/>
                        </a:rPr>
                        <a:t>Detects anomalies, not specific harassment events.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6825667"/>
                  </a:ext>
                </a:extLst>
              </a:tr>
              <a:tr h="1226149">
                <a:tc>
                  <a:txBody>
                    <a:bodyPr/>
                    <a:lstStyle/>
                    <a:p>
                      <a:r>
                        <a:rPr lang="en-IN" sz="1400">
                          <a:latin typeface="Georgia" panose="02040502050405020303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2023</a:t>
                      </a:r>
                      <a:endParaRPr lang="en-IN" sz="1400" dirty="0"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i="1">
                          <a:latin typeface="Georgia" panose="02040502050405020303" pitchFamily="18" charset="0"/>
                        </a:rPr>
                        <a:t>Human Pose-Based Estimation, Tracking and Action Recognition with Deep Learning: A Survey</a:t>
                      </a:r>
                      <a:endParaRPr lang="en-US" sz="1400"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Georgia" panose="02040502050405020303" pitchFamily="18" charset="0"/>
                        </a:rPr>
                        <a:t>Deep Learning, Pose Estimation, Action Recognition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Georgia" panose="02040502050405020303" pitchFamily="18" charset="0"/>
                        </a:rPr>
                        <a:t>Reviews state-of-the-art techniques for pose estimation and activity recognition.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Georgia" panose="02040502050405020303" pitchFamily="18" charset="0"/>
                        </a:rPr>
                        <a:t>Survey paper; does not propose a detection system.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9413381"/>
                  </a:ext>
                </a:extLst>
              </a:tr>
              <a:tr h="887991">
                <a:tc>
                  <a:txBody>
                    <a:bodyPr/>
                    <a:lstStyle/>
                    <a:p>
                      <a:r>
                        <a:rPr lang="en-IN" sz="1400">
                          <a:latin typeface="Georgia" panose="02040502050405020303" pitchFamily="18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2022</a:t>
                      </a:r>
                      <a:endParaRPr lang="en-IN" sz="1400" dirty="0"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i="1">
                          <a:latin typeface="Georgia" panose="02040502050405020303" pitchFamily="18" charset="0"/>
                        </a:rPr>
                        <a:t>Pose is All You Need: Pose Only Group Activity Recognition System (POGARS)</a:t>
                      </a:r>
                      <a:endParaRPr lang="en-US" sz="1400"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Georgia" panose="02040502050405020303" pitchFamily="18" charset="0"/>
                        </a:rPr>
                        <a:t>Skeleton-Based Pose Recognition, CNN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Georgia" panose="02040502050405020303" pitchFamily="18" charset="0"/>
                        </a:rPr>
                        <a:t>Accurately recognizes group activities using only human poses.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Georgia" panose="02040502050405020303" pitchFamily="18" charset="0"/>
                        </a:rPr>
                        <a:t>Limited to activity recognition; not designed for harassment detection.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19907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9971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9ADF86B-E886-BBC1-410D-8EFEFC2EBD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448" y="152400"/>
            <a:ext cx="1103472" cy="134733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E544DB0-6EC6-86E4-3C8D-7526556CB6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2798" y="259118"/>
            <a:ext cx="1110754" cy="113389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8C78C93-F319-FE29-2779-C9C9824B4773}"/>
              </a:ext>
            </a:extLst>
          </p:cNvPr>
          <p:cNvSpPr txBox="1"/>
          <p:nvPr/>
        </p:nvSpPr>
        <p:spPr>
          <a:xfrm>
            <a:off x="3008472" y="129279"/>
            <a:ext cx="6359059" cy="1189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4800" b="1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988D8EBE-F561-EBA4-F7BC-5C5F15ED72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2505517"/>
            <a:ext cx="6556314" cy="30777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Public harassment often goes unnoticed.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Continuous manual surveillance is difficult.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Conventional CCTV only records incidents.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Delayed detection reduces emergency response.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Need an AI system for automatic harassment detection and alerts.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8983D56-8C56-5287-D7E3-2B33902DACA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0001" r="69259" b="48888"/>
          <a:stretch/>
        </p:blipFill>
        <p:spPr>
          <a:xfrm>
            <a:off x="211631" y="2505517"/>
            <a:ext cx="5159542" cy="3244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475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29A9D-2186-C61E-A022-82D5CD4FA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B768148-F03D-A51C-A80A-DF951221C2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448" y="152400"/>
            <a:ext cx="1103472" cy="134733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DD83745-EB0D-04EB-2EEB-C193944FCC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2798" y="259118"/>
            <a:ext cx="1110754" cy="113389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5A15185-F3FA-57BF-1084-504965670ED0}"/>
              </a:ext>
            </a:extLst>
          </p:cNvPr>
          <p:cNvSpPr txBox="1"/>
          <p:nvPr/>
        </p:nvSpPr>
        <p:spPr>
          <a:xfrm>
            <a:off x="3008472" y="129279"/>
            <a:ext cx="6359059" cy="106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48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A4705A80-58C7-5714-49AB-4A6B280741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2667000"/>
            <a:ext cx="6556314" cy="30777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Detect human poses accurately.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Recognize suspicious activities.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Classify harassment events using AI.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Generate instant alerts.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Improve public safety.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Reduce manual monitoring.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86DAD5-5BB8-6674-E60A-1905FC8B535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481" r="68519" b="74444"/>
          <a:stretch/>
        </p:blipFill>
        <p:spPr>
          <a:xfrm>
            <a:off x="6553200" y="2362200"/>
            <a:ext cx="4328572" cy="3687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688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54EF21E-7E02-0738-A3D5-BD1B6807ED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228600"/>
            <a:ext cx="1103472" cy="13473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7B03364-DF14-3A4E-0F4B-BBCC557E2A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3850" y="272175"/>
            <a:ext cx="1277150" cy="13037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960A53E-37CE-FCCF-13CD-255BFB1C6F12}"/>
              </a:ext>
            </a:extLst>
          </p:cNvPr>
          <p:cNvSpPr txBox="1"/>
          <p:nvPr/>
        </p:nvSpPr>
        <p:spPr>
          <a:xfrm>
            <a:off x="3733800" y="462389"/>
            <a:ext cx="7315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endParaRPr lang="en-IN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56180F-9D0C-3EAD-6B0D-266D2CFF68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22"/>
          <a:stretch/>
        </p:blipFill>
        <p:spPr>
          <a:xfrm>
            <a:off x="1777167" y="1456466"/>
            <a:ext cx="8463987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1081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A67748F-A32B-EE40-D4E8-82A039EEDD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29067"/>
            <a:ext cx="1103472" cy="13473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A77DA75-8183-8F98-DB2A-A5BFCC873B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450430"/>
            <a:ext cx="1200950" cy="122597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071C86F-E165-18A1-17F5-71F8868C0B5B}"/>
              </a:ext>
            </a:extLst>
          </p:cNvPr>
          <p:cNvSpPr txBox="1"/>
          <p:nvPr/>
        </p:nvSpPr>
        <p:spPr>
          <a:xfrm>
            <a:off x="2895600" y="685800"/>
            <a:ext cx="685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E360C5-62E1-0050-C3ED-F80D933A5092}"/>
              </a:ext>
            </a:extLst>
          </p:cNvPr>
          <p:cNvSpPr txBox="1"/>
          <p:nvPr/>
        </p:nvSpPr>
        <p:spPr>
          <a:xfrm>
            <a:off x="1924593" y="380200"/>
            <a:ext cx="8362407" cy="1067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– Video Acquisition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2CD5B316-60D9-88CB-81AC-EBAFB8B31C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078835"/>
            <a:ext cx="6883511" cy="40933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endParaRPr lang="en-US" sz="2200" dirty="0">
              <a:latin typeface="Georgia" panose="02040502050405020303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200" dirty="0">
                <a:latin typeface="Georgia" panose="02040502050405020303" pitchFamily="18" charset="0"/>
              </a:rPr>
              <a:t>Purpose: Collect live CCTV video.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Georgia" panose="02040502050405020303" pitchFamily="18" charset="0"/>
              </a:rPr>
              <a:t>Functions: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Georgia" panose="02040502050405020303" pitchFamily="18" charset="0"/>
              </a:rPr>
              <a:t>Camera initialization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Georgia" panose="02040502050405020303" pitchFamily="18" charset="0"/>
              </a:rPr>
              <a:t>Video streaming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Georgia" panose="02040502050405020303" pitchFamily="18" charset="0"/>
              </a:rPr>
              <a:t>Frame extraction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Georgia" panose="02040502050405020303" pitchFamily="18" charset="0"/>
              </a:rPr>
              <a:t>Frame preprocessing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Georgia" panose="02040502050405020303" pitchFamily="18" charset="0"/>
              </a:rPr>
              <a:t>Output: Video frames</a:t>
            </a:r>
            <a:endParaRPr kumimoji="0" lang="en-US" altLang="en-US" sz="2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eorgia" panose="02040502050405020303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F8001CC-2300-6B9D-28B1-56585EE2078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2222" t="55555" r="38641" b="25556"/>
          <a:stretch/>
        </p:blipFill>
        <p:spPr>
          <a:xfrm>
            <a:off x="5542224" y="3199748"/>
            <a:ext cx="6163935" cy="266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9079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32160FF-1221-4755-24CE-74AE7FA377AF}"/>
              </a:ext>
            </a:extLst>
          </p:cNvPr>
          <p:cNvSpPr txBox="1"/>
          <p:nvPr/>
        </p:nvSpPr>
        <p:spPr>
          <a:xfrm>
            <a:off x="1905000" y="228600"/>
            <a:ext cx="8305800" cy="17633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Module </a:t>
            </a: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– Human Detection &amp; Pose Estimation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52607C-7F3C-1433-51E4-A7A351A4C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52400"/>
            <a:ext cx="1103472" cy="13473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1AC1049-23EF-4727-8B50-2328E88698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0050" y="152400"/>
            <a:ext cx="1200950" cy="12259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7800E22-862F-9FD1-ECA1-17D47C01D9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2133600"/>
            <a:ext cx="6400800" cy="40087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eorgia" panose="02040502050405020303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Purpose: Detect humans and extract body key points.</a:t>
            </a:r>
          </a:p>
          <a:p>
            <a:pPr marR="0" lvl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Functions:</a:t>
            </a: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Person detection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Skeleton generation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Key point extraction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Pose tracking</a:t>
            </a:r>
          </a:p>
          <a:p>
            <a:pPr marR="0" lvl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Output: Human skeleton coordinates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6DD984-8896-1979-B1C9-2FD2018E42C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1852" t="54931" b="25556"/>
          <a:stretch/>
        </p:blipFill>
        <p:spPr>
          <a:xfrm>
            <a:off x="457200" y="2895600"/>
            <a:ext cx="5232400" cy="3054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1701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18178-D79D-F4D2-C44C-C5D35B892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7CD89E7-5125-A380-66F1-9D26B98F0742}"/>
              </a:ext>
            </a:extLst>
          </p:cNvPr>
          <p:cNvSpPr txBox="1"/>
          <p:nvPr/>
        </p:nvSpPr>
        <p:spPr>
          <a:xfrm>
            <a:off x="1894361" y="349886"/>
            <a:ext cx="8305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Module 3 – Activity Recognition</a:t>
            </a: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49C5F5-D2CE-3F0E-5602-B320D9FB90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52400"/>
            <a:ext cx="1103472" cy="13473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C4453CF-8B53-3321-2D84-B3D9FEA73A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0050" y="152400"/>
            <a:ext cx="1200950" cy="12259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3215537-B2DC-E67C-E03D-D1F9B9942D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981200"/>
            <a:ext cx="6248400" cy="40087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eorgia" panose="02040502050405020303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Purpose: Recognize human actions.</a:t>
            </a:r>
          </a:p>
          <a:p>
            <a:pPr marR="0" lvl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Functions:</a:t>
            </a: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Analyze movement</a:t>
            </a: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Detect aggressive posture</a:t>
            </a: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Feature extraction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Behavior classification</a:t>
            </a:r>
          </a:p>
          <a:p>
            <a:pPr marR="0" lvl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Output: Error Explanation, Suggested Correction, Corrected Code, Programming Tips.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AF67F85-AA4C-E0CF-64D7-13B0CCF8027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7778" r="68519"/>
          <a:stretch/>
        </p:blipFill>
        <p:spPr>
          <a:xfrm>
            <a:off x="5715000" y="2743200"/>
            <a:ext cx="5780079" cy="2720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899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9D7AC-7E69-8A0D-458F-602FF6659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7C57BBC-9E41-FC7B-C6CD-44CB0B111CC8}"/>
              </a:ext>
            </a:extLst>
          </p:cNvPr>
          <p:cNvSpPr txBox="1"/>
          <p:nvPr/>
        </p:nvSpPr>
        <p:spPr>
          <a:xfrm>
            <a:off x="1901288" y="381000"/>
            <a:ext cx="83058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Module 4 – Harassment Detection</a:t>
            </a:r>
          </a:p>
          <a:p>
            <a:pPr algn="ctr"/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0B2FEB-A973-1DF3-8EA3-076D87D12E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52400"/>
            <a:ext cx="1103472" cy="13473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FAA1045-EC6D-D3F6-BFDB-E2E31B27ED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0050" y="152400"/>
            <a:ext cx="1200950" cy="12259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7F5A7AB-C65A-52B5-909E-3C4B085639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2000444"/>
            <a:ext cx="7824355" cy="44488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eorgia" panose="02040502050405020303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Purpose: Determine whether suspicious interaction is harassment.</a:t>
            </a:r>
          </a:p>
          <a:p>
            <a:pPr marR="0" lvl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Functions:</a:t>
            </a: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Analyze multiple persons</a:t>
            </a: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Detect physical aggression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Confidence scoring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Event classification</a:t>
            </a:r>
          </a:p>
          <a:p>
            <a:pPr marR="0" lvl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Output:</a:t>
            </a:r>
          </a:p>
          <a:p>
            <a:pPr marR="0" lvl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Harassment detected / Normal activity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74A8D8-C805-86BE-16C0-5AEEE472DDB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2222" t="77778" r="38889"/>
          <a:stretch/>
        </p:blipFill>
        <p:spPr>
          <a:xfrm>
            <a:off x="533400" y="2971800"/>
            <a:ext cx="4608729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3530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746C3-6AE9-FA25-8C08-DDDD60A8D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E336050-01CE-246F-6A06-E321F049422A}"/>
              </a:ext>
            </a:extLst>
          </p:cNvPr>
          <p:cNvSpPr txBox="1"/>
          <p:nvPr/>
        </p:nvSpPr>
        <p:spPr>
          <a:xfrm>
            <a:off x="1905000" y="228600"/>
            <a:ext cx="83058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Module </a:t>
            </a: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– Alert &amp; Dashboard Management</a:t>
            </a:r>
          </a:p>
          <a:p>
            <a:pPr algn="ctr"/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2AE876-9410-08BC-7DA3-72B3B8561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52400"/>
            <a:ext cx="1103472" cy="13473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30DE5E1-790F-8421-962D-E340E17364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0050" y="152400"/>
            <a:ext cx="1200950" cy="12259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B079928-5C26-CD9F-55D4-43B6D0148A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981200"/>
            <a:ext cx="7824355" cy="44488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Purpose: Notify authorities and display results.</a:t>
            </a:r>
          </a:p>
          <a:p>
            <a:pPr marR="0" lvl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Functions:</a:t>
            </a: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Generate alert</a:t>
            </a: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Save evidence</a:t>
            </a: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Update dashboard</a:t>
            </a: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Maintain event history</a:t>
            </a:r>
          </a:p>
          <a:p>
            <a:pPr marR="0" lvl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Output:</a:t>
            </a: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Alert notification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Incident report</a:t>
            </a: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Dashboard visualization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AD5D9B-99DB-D873-F24B-13D190D5702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2592" t="77778"/>
          <a:stretch/>
        </p:blipFill>
        <p:spPr>
          <a:xfrm>
            <a:off x="4800600" y="3113652"/>
            <a:ext cx="6925393" cy="2742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6077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62400" y="2907258"/>
            <a:ext cx="3638215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</a:t>
            </a:r>
            <a:r>
              <a:rPr sz="6000" spc="-2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You</a:t>
            </a:r>
            <a:endParaRPr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91800" y="176667"/>
            <a:ext cx="1335513" cy="13473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54C0FCF-7D21-2B1B-CADD-5D366DB41C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887" y="176667"/>
            <a:ext cx="1103472" cy="134733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2810</TotalTime>
  <Words>537</Words>
  <Application>Microsoft Office PowerPoint</Application>
  <PresentationFormat>Widescreen</PresentationFormat>
  <Paragraphs>123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Calibri</vt:lpstr>
      <vt:lpstr>Georgia</vt:lpstr>
      <vt:lpstr>Times New Roman</vt:lpstr>
      <vt:lpstr>Wingdings</vt:lpstr>
      <vt:lpstr>Office Theme</vt:lpstr>
      <vt:lpstr>PowerPoint Presentation</vt:lpstr>
      <vt:lpstr>Agenda</vt:lpstr>
      <vt:lpstr>Introduction</vt:lpstr>
      <vt:lpstr>Literature Review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siddartha y</dc:creator>
  <cp:lastModifiedBy>Monika Periyannan</cp:lastModifiedBy>
  <cp:revision>36</cp:revision>
  <dcterms:created xsi:type="dcterms:W3CDTF">2025-08-08T16:05:27Z</dcterms:created>
  <dcterms:modified xsi:type="dcterms:W3CDTF">2026-07-23T04:15:48Z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2025-08-08T00:00:00Z</vt:filetime>
  </property>
  <property fmtid="{D5CDD505-2E9C-101B-9397-08002B2CF9AE}" pid="3" name="Creator">
    <vt:lpwstr>Google</vt:lpwstr>
  </property>
  <property fmtid="{D5CDD505-2E9C-101B-9397-08002B2CF9AE}" pid="4" name="LastSaved">
    <vt:filetime>2025-08-08T00:00:00Z</vt:filetime>
  </property>
</Properties>
</file>